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6" r:id="rId4"/>
    <p:sldMasterId id="2147483767" r:id="rId5"/>
    <p:sldMasterId id="21474837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exend SemiBold"/>
      <p:regular r:id="rId20"/>
      <p:bold r:id="rId21"/>
    </p:embeddedFont>
    <p:embeddedFont>
      <p:font typeface="Lexend Light"/>
      <p:regular r:id="rId22"/>
      <p:bold r:id="rId23"/>
    </p:embeddedFont>
    <p:embeddedFont>
      <p:font typeface="Lexend"/>
      <p:regular r:id="rId24"/>
      <p:bold r:id="rId25"/>
    </p:embeddedFont>
    <p:embeddedFont>
      <p:font typeface="Lexend ExtraLight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20" Type="http://schemas.openxmlformats.org/officeDocument/2006/relationships/font" Target="fonts/LexendSemiBold-regular.fntdata"/><Relationship Id="rId22" Type="http://schemas.openxmlformats.org/officeDocument/2006/relationships/font" Target="fonts/LexendLight-regular.fntdata"/><Relationship Id="rId21" Type="http://schemas.openxmlformats.org/officeDocument/2006/relationships/font" Target="fonts/LexendSemiBold-bold.fntdata"/><Relationship Id="rId24" Type="http://schemas.openxmlformats.org/officeDocument/2006/relationships/font" Target="fonts/Lexend-regular.fntdata"/><Relationship Id="rId23" Type="http://schemas.openxmlformats.org/officeDocument/2006/relationships/font" Target="fonts/LexendLight-bold.fntdata"/><Relationship Id="rId26" Type="http://schemas.openxmlformats.org/officeDocument/2006/relationships/font" Target="fonts/LexendExtraLight-regular.fntdata"/><Relationship Id="rId25" Type="http://schemas.openxmlformats.org/officeDocument/2006/relationships/font" Target="fonts/Lexend-bold.fntdata"/><Relationship Id="rId27" Type="http://schemas.openxmlformats.org/officeDocument/2006/relationships/font" Target="fonts/LexendExtraLight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de60f93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de60f93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de60f93dbb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3de60f93dbb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de60f93dbb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de60f93dbb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de60f93dbb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de60f93dbb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de60f93dbb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3de60f93dbb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de60f93dbb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de60f93dbb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de60f93dbb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de60f93dbb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de60f93dbb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de60f93dbb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e60f93dbb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de60f93dbb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de60f93dbb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de60f93dbb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de60f93dbb_0_6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g3de60f93dbb_0_6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de60f93dbb_0_6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de60f93dbb_0_10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de60f93dbb_0_1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5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183" name="Google Shape;183;p35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84" name="Google Shape;184;p35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37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8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38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9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196" name="Google Shape;196;p39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97" name="Google Shape;197;p39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39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0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0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02" name="Google Shape;202;p40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40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1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207" name="Google Shape;207;p41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208" name="Google Shape;208;p41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41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0" name="Google Shape;210;p41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13" name="Google Shape;213;p42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42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17" name="Google Shape;217;p43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43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3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3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3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3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3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3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43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28" name="Google Shape;228;p44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44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44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33" name="Google Shape;233;p45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5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5" name="Google Shape;235;p45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6" name="Google Shape;236;p45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7" name="Google Shape;237;p45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38" name="Google Shape;238;p45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9" name="Google Shape;239;p45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0" name="Google Shape;240;p45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1" name="Google Shape;241;p45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47" name="Google Shape;247;p47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8" name="Google Shape;248;p47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47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0" name="Google Shape;250;p47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2" name="Google Shape;252;p47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7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47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7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59" name="Google Shape;259;p47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8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8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8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8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8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8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9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0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3" name="Google Shape;273;p50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0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50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50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7" name="Google Shape;277;p50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78" name="Google Shape;278;p50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79" name="Google Shape;279;p50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0" name="Google Shape;280;p50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50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2" name="Google Shape;282;p50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283" name="Google Shape;283;p50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284" name="Google Shape;284;p50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5" name="Google Shape;285;p50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88" name="Google Shape;288;p51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51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0" name="Google Shape;290;p51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2" name="Google Shape;292;p51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294" name="Google Shape;294;p51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1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1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51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51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299" name="Google Shape;299;p51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1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51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1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51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51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51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1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1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51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1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51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51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51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1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2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5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7" name="Google Shape;317;p52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2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9" name="Google Shape;319;p52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20" name="Google Shape;320;p52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52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2" name="Google Shape;322;p52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23" name="Google Shape;323;p52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53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27" name="Google Shape;327;p53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53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3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0" name="Google Shape;330;p53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1" name="Google Shape;331;p53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54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5" name="Google Shape;335;p54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54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37" name="Google Shape;337;p54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38" name="Google Shape;338;p54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39" name="Google Shape;339;p54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5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5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3" name="Google Shape;343;p55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55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5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46" name="Google Shape;346;p55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7" name="Google Shape;347;p55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56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56" name="Google Shape;356;p57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57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59" name="Google Shape;359;p57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360" name="Google Shape;360;p57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58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59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367" name="Google Shape;367;p59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0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0" name="Google Shape;370;p60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1" name="Google Shape;371;p60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4" name="Google Shape;374;p61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75" name="Google Shape;375;p61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2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62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2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0" name="Google Shape;380;p62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383" name="Google Shape;383;p63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4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5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8" name="Google Shape;388;p65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389" name="Google Shape;389;p6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0" name="Google Shape;390;p65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91" name="Google Shape;391;p65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6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94" name="Google Shape;394;p66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2" name="Google Shape;402;p6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3" name="Google Shape;40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6" name="Google Shape;40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10" name="Google Shape;410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7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4" name="Google Shape;414;p7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1" name="Google Shape;421;p7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2" name="Google Shape;422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5" name="Google Shape;42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7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9" name="Google Shape;429;p7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0" name="Google Shape;430;p7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31" name="Google Shape;43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434" name="Google Shape;43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7" name="Google Shape;437;p7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38" name="Google Shape;438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8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8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8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7" name="Google Shape;447;p8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8" name="Google Shape;448;p8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8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8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53" name="Google Shape;453;p8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8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8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59" name="Google Shape;459;p8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60" name="Google Shape;460;p8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8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8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65" name="Google Shape;465;p8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66" name="Google Shape;466;p8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67" name="Google Shape;467;p8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8" name="Google Shape;468;p8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8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8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8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4" name="Google Shape;474;p8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5" name="Google Shape;475;p8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6" name="Google Shape;476;p8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477" name="Google Shape;477;p8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8" name="Google Shape;478;p8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9" name="Google Shape;479;p8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0" name="Google Shape;480;p8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1" name="Google Shape;481;p8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8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8" name="Google Shape;488;p8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8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8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1" name="Google Shape;491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2" name="Google Shape;492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8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8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7" name="Google Shape;497;p8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8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0" name="Google Shape;500;p8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8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2" name="Google Shape;50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8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5" name="Google Shape;505;p8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06" name="Google Shape;506;p8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509" name="Google Shape;509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8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8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4" name="Google Shape;514;p8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8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8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7" name="Google Shape;517;p8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8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8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8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8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Roadmap" type="title">
  <p:cSld name="TITLE">
    <p:bg>
      <p:bgPr>
        <a:solidFill>
          <a:schemeClr val="accent3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0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90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5" name="Google Shape;525;p90"/>
          <p:cNvSpPr txBox="1"/>
          <p:nvPr>
            <p:ph idx="1" type="subTitle"/>
          </p:nvPr>
        </p:nvSpPr>
        <p:spPr>
          <a:xfrm>
            <a:off x="333400" y="2378453"/>
            <a:ext cx="3359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6" name="Google Shape;526;p90"/>
          <p:cNvSpPr txBox="1"/>
          <p:nvPr>
            <p:ph idx="2" type="body"/>
          </p:nvPr>
        </p:nvSpPr>
        <p:spPr>
          <a:xfrm>
            <a:off x="341375" y="4655800"/>
            <a:ext cx="20883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27" name="Google Shape;527;p90"/>
          <p:cNvSpPr txBox="1"/>
          <p:nvPr>
            <p:ph idx="3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noFill/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buNone/>
              <a:defRPr>
                <a:solidFill>
                  <a:schemeClr val="accent3"/>
                </a:solidFill>
              </a:defRPr>
            </a:lvl2pPr>
            <a:lvl3pPr lvl="2" rtl="0" algn="ctr">
              <a:buNone/>
              <a:defRPr>
                <a:solidFill>
                  <a:schemeClr val="accent3"/>
                </a:solidFill>
              </a:defRPr>
            </a:lvl3pPr>
            <a:lvl4pPr lvl="3" rtl="0" algn="ctr">
              <a:buNone/>
              <a:defRPr>
                <a:solidFill>
                  <a:schemeClr val="accent3"/>
                </a:solidFill>
              </a:defRPr>
            </a:lvl4pPr>
            <a:lvl5pPr lvl="4" rtl="0" algn="ctr">
              <a:buNone/>
              <a:defRPr>
                <a:solidFill>
                  <a:schemeClr val="accent3"/>
                </a:solidFill>
              </a:defRPr>
            </a:lvl5pPr>
            <a:lvl6pPr lvl="5" rtl="0" algn="ctr">
              <a:buNone/>
              <a:defRPr>
                <a:solidFill>
                  <a:schemeClr val="accent3"/>
                </a:solidFill>
              </a:defRPr>
            </a:lvl6pPr>
            <a:lvl7pPr lvl="6" rtl="0" algn="ctr">
              <a:buNone/>
              <a:defRPr>
                <a:solidFill>
                  <a:schemeClr val="accent3"/>
                </a:solidFill>
              </a:defRPr>
            </a:lvl7pPr>
            <a:lvl8pPr lvl="7" rtl="0" algn="ctr">
              <a:buNone/>
              <a:defRPr>
                <a:solidFill>
                  <a:schemeClr val="accent3"/>
                </a:solidFill>
              </a:defRPr>
            </a:lvl8pPr>
            <a:lvl9pPr lvl="8" rtl="0" algn="ctr">
              <a:buNone/>
              <a:defRPr>
                <a:solidFill>
                  <a:schemeClr val="accent3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90"/>
          <p:cNvSpPr txBox="1"/>
          <p:nvPr>
            <p:ph idx="4" type="body"/>
          </p:nvPr>
        </p:nvSpPr>
        <p:spPr>
          <a:xfrm>
            <a:off x="2652248" y="4655800"/>
            <a:ext cx="1940700" cy="2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cxnSp>
        <p:nvCxnSpPr>
          <p:cNvPr id="529" name="Google Shape;529;p90"/>
          <p:cNvCxnSpPr/>
          <p:nvPr/>
        </p:nvCxnSpPr>
        <p:spPr>
          <a:xfrm>
            <a:off x="-3150" y="4448151"/>
            <a:ext cx="5232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30" name="Google Shape;530;p90"/>
          <p:cNvSpPr/>
          <p:nvPr>
            <p:ph idx="5" type="pic"/>
          </p:nvPr>
        </p:nvSpPr>
        <p:spPr>
          <a:xfrm>
            <a:off x="5229150" y="2509975"/>
            <a:ext cx="3914400" cy="263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837">
          <p15:clr>
            <a:srgbClr val="E46962"/>
          </p15:clr>
        </p15:guide>
        <p15:guide id="2" orient="horz" pos="1369">
          <p15:clr>
            <a:srgbClr val="E46962"/>
          </p15:clr>
        </p15:guide>
        <p15:guide id="3" orient="horz" pos="1581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blank">
  <p:cSld name="BLANK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1"/>
          <p:cNvSpPr txBox="1"/>
          <p:nvPr>
            <p:ph type="title"/>
          </p:nvPr>
        </p:nvSpPr>
        <p:spPr>
          <a:xfrm>
            <a:off x="674916" y="289225"/>
            <a:ext cx="6598800" cy="10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 Light"/>
              <a:buNone/>
              <a:defRPr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26">
    <p:bg>
      <p:bgPr>
        <a:solidFill>
          <a:schemeClr val="lt2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2"/>
          <p:cNvSpPr txBox="1"/>
          <p:nvPr>
            <p:ph type="title"/>
          </p:nvPr>
        </p:nvSpPr>
        <p:spPr>
          <a:xfrm>
            <a:off x="104400" y="3069000"/>
            <a:ext cx="7865400" cy="207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Lexend"/>
              <a:buNone/>
              <a:defRPr sz="8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5" name="Google Shape;535;p92"/>
          <p:cNvSpPr/>
          <p:nvPr>
            <p:ph idx="2" type="pic"/>
          </p:nvPr>
        </p:nvSpPr>
        <p:spPr>
          <a:xfrm>
            <a:off x="248250" y="256400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115">
          <p15:clr>
            <a:srgbClr val="E46962"/>
          </p15:clr>
        </p15:guide>
        <p15:guide id="2" orient="horz" pos="3077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25_1">
    <p:bg>
      <p:bgPr>
        <a:solidFill>
          <a:schemeClr val="accent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93"/>
          <p:cNvSpPr txBox="1"/>
          <p:nvPr>
            <p:ph type="title"/>
          </p:nvPr>
        </p:nvSpPr>
        <p:spPr>
          <a:xfrm>
            <a:off x="104400" y="150125"/>
            <a:ext cx="78834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Lexend"/>
              <a:buNone/>
              <a:defRPr sz="8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8" name="Google Shape;538;p93"/>
          <p:cNvSpPr/>
          <p:nvPr>
            <p:ph idx="2" type="pic"/>
          </p:nvPr>
        </p:nvSpPr>
        <p:spPr>
          <a:xfrm>
            <a:off x="248250" y="2425338"/>
            <a:ext cx="8647500" cy="246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">
  <p:cSld name="CUSTOM_26_1">
    <p:bg>
      <p:bgPr>
        <a:solidFill>
          <a:schemeClr val="accent4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4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94"/>
          <p:cNvSpPr/>
          <p:nvPr>
            <p:ph idx="2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542" name="Google Shape;542;p94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3" name="Google Shape;543;p94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4" name="Google Shape;544;p94"/>
          <p:cNvSpPr txBox="1"/>
          <p:nvPr>
            <p:ph idx="3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mockup 1">
  <p:cSld name="CUSTOM_28">
    <p:bg>
      <p:bgPr>
        <a:solidFill>
          <a:schemeClr val="accent3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5"/>
          <p:cNvSpPr/>
          <p:nvPr/>
        </p:nvSpPr>
        <p:spPr>
          <a:xfrm rot="-5400000">
            <a:off x="5014800" y="1016575"/>
            <a:ext cx="51456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95"/>
          <p:cNvSpPr txBox="1"/>
          <p:nvPr>
            <p:ph idx="1" type="body"/>
          </p:nvPr>
        </p:nvSpPr>
        <p:spPr>
          <a:xfrm>
            <a:off x="661575" y="2514875"/>
            <a:ext cx="4300200" cy="21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48" name="Google Shape;548;p95"/>
          <p:cNvSpPr txBox="1"/>
          <p:nvPr>
            <p:ph idx="2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49" name="Google Shape;549;p95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0" name="Google Shape;550;p95"/>
          <p:cNvSpPr/>
          <p:nvPr>
            <p:ph idx="3" type="pic"/>
          </p:nvPr>
        </p:nvSpPr>
        <p:spPr>
          <a:xfrm>
            <a:off x="6819050" y="857921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+ Phone and Ipad mockup">
  <p:cSld name="CUSTOM_27">
    <p:bg>
      <p:bgPr>
        <a:solidFill>
          <a:schemeClr val="accent4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6"/>
          <p:cNvSpPr/>
          <p:nvPr>
            <p:ph idx="2" type="pic"/>
          </p:nvPr>
        </p:nvSpPr>
        <p:spPr>
          <a:xfrm>
            <a:off x="869088" y="1528242"/>
            <a:ext cx="1536600" cy="32625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553" name="Google Shape;553;p96"/>
          <p:cNvSpPr/>
          <p:nvPr>
            <p:ph idx="3" type="pic"/>
          </p:nvPr>
        </p:nvSpPr>
        <p:spPr>
          <a:xfrm>
            <a:off x="3913204" y="1528242"/>
            <a:ext cx="4587000" cy="32625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  <p:sp>
        <p:nvSpPr>
          <p:cNvPr id="554" name="Google Shape;554;p96"/>
          <p:cNvSpPr txBox="1"/>
          <p:nvPr>
            <p:ph idx="1" type="body"/>
          </p:nvPr>
        </p:nvSpPr>
        <p:spPr>
          <a:xfrm>
            <a:off x="4574425" y="271875"/>
            <a:ext cx="3908700" cy="60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555" name="Google Shape;555;p96"/>
          <p:cNvSpPr txBox="1"/>
          <p:nvPr>
            <p:ph idx="4" type="body"/>
          </p:nvPr>
        </p:nvSpPr>
        <p:spPr>
          <a:xfrm>
            <a:off x="687900" y="292725"/>
            <a:ext cx="3412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56" name="Google Shape;556;p96"/>
          <p:cNvSpPr txBox="1"/>
          <p:nvPr>
            <p:ph type="title"/>
          </p:nvPr>
        </p:nvSpPr>
        <p:spPr>
          <a:xfrm>
            <a:off x="661575" y="424275"/>
            <a:ext cx="3438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1">
  <p:cSld name="CUSTOM_1_1">
    <p:bg>
      <p:bgPr>
        <a:solidFill>
          <a:schemeClr val="accent3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7"/>
          <p:cNvSpPr txBox="1"/>
          <p:nvPr>
            <p:ph idx="1" type="body"/>
          </p:nvPr>
        </p:nvSpPr>
        <p:spPr>
          <a:xfrm>
            <a:off x="887306" y="2097422"/>
            <a:ext cx="2922000" cy="21522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59" name="Google Shape;559;p97"/>
          <p:cNvSpPr txBox="1"/>
          <p:nvPr>
            <p:ph idx="2" type="subTitle"/>
          </p:nvPr>
        </p:nvSpPr>
        <p:spPr>
          <a:xfrm>
            <a:off x="904390" y="1077175"/>
            <a:ext cx="29283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0" name="Google Shape;560;p97"/>
          <p:cNvSpPr txBox="1"/>
          <p:nvPr>
            <p:ph idx="3" type="body"/>
          </p:nvPr>
        </p:nvSpPr>
        <p:spPr>
          <a:xfrm>
            <a:off x="904890" y="901275"/>
            <a:ext cx="2927700" cy="1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>
  <p:cSld name="CUSTOM_2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63" name="Google Shape;563;p98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98"/>
          <p:cNvSpPr/>
          <p:nvPr>
            <p:ph idx="2" type="pic"/>
          </p:nvPr>
        </p:nvSpPr>
        <p:spPr>
          <a:xfrm>
            <a:off x="1566125" y="1676025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98"/>
          <p:cNvSpPr/>
          <p:nvPr>
            <p:ph idx="3" type="pic"/>
          </p:nvPr>
        </p:nvSpPr>
        <p:spPr>
          <a:xfrm>
            <a:off x="3395300" y="809450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566" name="Google Shape;566;p98"/>
          <p:cNvSpPr/>
          <p:nvPr>
            <p:ph idx="4" type="pic"/>
          </p:nvPr>
        </p:nvSpPr>
        <p:spPr>
          <a:xfrm>
            <a:off x="5225075" y="1667413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98"/>
          <p:cNvSpPr/>
          <p:nvPr>
            <p:ph idx="5" type="pic"/>
          </p:nvPr>
        </p:nvSpPr>
        <p:spPr>
          <a:xfrm>
            <a:off x="7053150" y="794238"/>
            <a:ext cx="1307100" cy="19644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98"/>
          <p:cNvSpPr/>
          <p:nvPr>
            <p:ph idx="6" type="pic"/>
          </p:nvPr>
        </p:nvSpPr>
        <p:spPr>
          <a:xfrm>
            <a:off x="2610832" y="3971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569" name="Google Shape;569;p98"/>
          <p:cNvSpPr/>
          <p:nvPr>
            <p:ph idx="7" type="pic"/>
          </p:nvPr>
        </p:nvSpPr>
        <p:spPr>
          <a:xfrm>
            <a:off x="4435557" y="3089450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570" name="Google Shape;570;p98"/>
          <p:cNvSpPr/>
          <p:nvPr>
            <p:ph idx="8" type="pic"/>
          </p:nvPr>
        </p:nvSpPr>
        <p:spPr>
          <a:xfrm>
            <a:off x="6267632" y="3957713"/>
            <a:ext cx="314700" cy="3147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98"/>
          <p:cNvSpPr/>
          <p:nvPr>
            <p:ph idx="9" type="pic"/>
          </p:nvPr>
        </p:nvSpPr>
        <p:spPr>
          <a:xfrm>
            <a:off x="8095257" y="3103050"/>
            <a:ext cx="314700" cy="314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+ 1 Image">
  <p:cSld name="CUSTOM_3">
    <p:bg>
      <p:bgPr>
        <a:solidFill>
          <a:schemeClr val="lt2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9"/>
          <p:cNvSpPr txBox="1"/>
          <p:nvPr>
            <p:ph idx="1" type="body"/>
          </p:nvPr>
        </p:nvSpPr>
        <p:spPr>
          <a:xfrm>
            <a:off x="687900" y="292725"/>
            <a:ext cx="42150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74" name="Google Shape;574;p99"/>
          <p:cNvSpPr txBox="1"/>
          <p:nvPr>
            <p:ph type="title"/>
          </p:nvPr>
        </p:nvSpPr>
        <p:spPr>
          <a:xfrm>
            <a:off x="661575" y="424275"/>
            <a:ext cx="42414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5" name="Google Shape;575;p99"/>
          <p:cNvSpPr/>
          <p:nvPr>
            <p:ph idx="2" type="pic"/>
          </p:nvPr>
        </p:nvSpPr>
        <p:spPr>
          <a:xfrm>
            <a:off x="5543049" y="659425"/>
            <a:ext cx="2883000" cy="38466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99"/>
          <p:cNvSpPr txBox="1"/>
          <p:nvPr>
            <p:ph idx="3" type="body"/>
          </p:nvPr>
        </p:nvSpPr>
        <p:spPr>
          <a:xfrm>
            <a:off x="709950" y="2234700"/>
            <a:ext cx="37326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●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○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Light"/>
              <a:buChar char="■"/>
              <a:defRPr sz="17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">
  <p:cSld name="CUSTOM_4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0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79" name="Google Shape;579;p100"/>
          <p:cNvSpPr txBox="1"/>
          <p:nvPr>
            <p:ph type="title"/>
          </p:nvPr>
        </p:nvSpPr>
        <p:spPr>
          <a:xfrm>
            <a:off x="661575" y="424275"/>
            <a:ext cx="26622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100"/>
          <p:cNvSpPr txBox="1"/>
          <p:nvPr>
            <p:ph idx="2" type="body"/>
          </p:nvPr>
        </p:nvSpPr>
        <p:spPr>
          <a:xfrm>
            <a:off x="4102775" y="359345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81" name="Google Shape;581;p100"/>
          <p:cNvSpPr txBox="1"/>
          <p:nvPr>
            <p:ph idx="3" type="body"/>
          </p:nvPr>
        </p:nvSpPr>
        <p:spPr>
          <a:xfrm>
            <a:off x="4102775" y="2858576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82" name="Google Shape;582;p100"/>
          <p:cNvSpPr txBox="1"/>
          <p:nvPr>
            <p:ph idx="4" type="body"/>
          </p:nvPr>
        </p:nvSpPr>
        <p:spPr>
          <a:xfrm>
            <a:off x="4102775" y="2135618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83" name="Google Shape;583;p100"/>
          <p:cNvSpPr txBox="1"/>
          <p:nvPr>
            <p:ph idx="5" type="body"/>
          </p:nvPr>
        </p:nvSpPr>
        <p:spPr>
          <a:xfrm>
            <a:off x="4102775" y="1406300"/>
            <a:ext cx="44649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84" name="Google Shape;584;p100"/>
          <p:cNvSpPr/>
          <p:nvPr>
            <p:ph idx="6" type="pic"/>
          </p:nvPr>
        </p:nvSpPr>
        <p:spPr>
          <a:xfrm>
            <a:off x="3444503" y="1501476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5" name="Google Shape;585;p100"/>
          <p:cNvSpPr/>
          <p:nvPr>
            <p:ph idx="7" type="pic"/>
          </p:nvPr>
        </p:nvSpPr>
        <p:spPr>
          <a:xfrm>
            <a:off x="3444503" y="2225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6" name="Google Shape;586;p100"/>
          <p:cNvSpPr/>
          <p:nvPr>
            <p:ph idx="8" type="pic"/>
          </p:nvPr>
        </p:nvSpPr>
        <p:spPr>
          <a:xfrm>
            <a:off x="3444503" y="2946251"/>
            <a:ext cx="378600" cy="37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7" name="Google Shape;587;p100"/>
          <p:cNvSpPr/>
          <p:nvPr>
            <p:ph idx="9" type="pic"/>
          </p:nvPr>
        </p:nvSpPr>
        <p:spPr>
          <a:xfrm>
            <a:off x="3444503" y="3667251"/>
            <a:ext cx="378600" cy="3786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ntt Chart">
  <p:cSld name="CUSTOM_6">
    <p:bg>
      <p:bgPr>
        <a:solidFill>
          <a:schemeClr val="lt1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1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90" name="Google Shape;590;p101"/>
          <p:cNvSpPr txBox="1"/>
          <p:nvPr>
            <p:ph idx="2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7">
    <p:bg>
      <p:bgPr>
        <a:solidFill>
          <a:schemeClr val="accent4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0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593" name="Google Shape;593;p102"/>
          <p:cNvSpPr txBox="1"/>
          <p:nvPr>
            <p:ph idx="2" type="subTitle"/>
          </p:nvPr>
        </p:nvSpPr>
        <p:spPr>
          <a:xfrm>
            <a:off x="689050" y="531808"/>
            <a:ext cx="3233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4" name="Google Shape;594;p102"/>
          <p:cNvSpPr/>
          <p:nvPr>
            <p:ph idx="3" type="pic"/>
          </p:nvPr>
        </p:nvSpPr>
        <p:spPr>
          <a:xfrm>
            <a:off x="863700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102"/>
          <p:cNvSpPr txBox="1"/>
          <p:nvPr>
            <p:ph idx="4" type="body"/>
          </p:nvPr>
        </p:nvSpPr>
        <p:spPr>
          <a:xfrm>
            <a:off x="1774150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96" name="Google Shape;596;p102"/>
          <p:cNvSpPr txBox="1"/>
          <p:nvPr>
            <p:ph idx="5" type="subTitle"/>
          </p:nvPr>
        </p:nvSpPr>
        <p:spPr>
          <a:xfrm>
            <a:off x="1774950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p102"/>
          <p:cNvSpPr/>
          <p:nvPr>
            <p:ph idx="6" type="pic"/>
          </p:nvPr>
        </p:nvSpPr>
        <p:spPr>
          <a:xfrm>
            <a:off x="5120475" y="1479225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102"/>
          <p:cNvSpPr txBox="1"/>
          <p:nvPr>
            <p:ph idx="7" type="body"/>
          </p:nvPr>
        </p:nvSpPr>
        <p:spPr>
          <a:xfrm>
            <a:off x="6030925" y="1561925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599" name="Google Shape;599;p102"/>
          <p:cNvSpPr txBox="1"/>
          <p:nvPr>
            <p:ph idx="8" type="subTitle"/>
          </p:nvPr>
        </p:nvSpPr>
        <p:spPr>
          <a:xfrm>
            <a:off x="6031725" y="1364175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102"/>
          <p:cNvSpPr/>
          <p:nvPr>
            <p:ph idx="9" type="pic"/>
          </p:nvPr>
        </p:nvSpPr>
        <p:spPr>
          <a:xfrm>
            <a:off x="863700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102"/>
          <p:cNvSpPr txBox="1"/>
          <p:nvPr>
            <p:ph idx="13" type="body"/>
          </p:nvPr>
        </p:nvSpPr>
        <p:spPr>
          <a:xfrm>
            <a:off x="1774150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02" name="Google Shape;602;p102"/>
          <p:cNvSpPr txBox="1"/>
          <p:nvPr>
            <p:ph idx="14" type="subTitle"/>
          </p:nvPr>
        </p:nvSpPr>
        <p:spPr>
          <a:xfrm>
            <a:off x="1774950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3" name="Google Shape;603;p102"/>
          <p:cNvSpPr/>
          <p:nvPr>
            <p:ph idx="15" type="pic"/>
          </p:nvPr>
        </p:nvSpPr>
        <p:spPr>
          <a:xfrm>
            <a:off x="5120475" y="3308611"/>
            <a:ext cx="738900" cy="7389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102"/>
          <p:cNvSpPr txBox="1"/>
          <p:nvPr>
            <p:ph idx="16" type="body"/>
          </p:nvPr>
        </p:nvSpPr>
        <p:spPr>
          <a:xfrm>
            <a:off x="6030925" y="3391311"/>
            <a:ext cx="2430600" cy="8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05" name="Google Shape;605;p102"/>
          <p:cNvSpPr txBox="1"/>
          <p:nvPr>
            <p:ph idx="17" type="subTitle"/>
          </p:nvPr>
        </p:nvSpPr>
        <p:spPr>
          <a:xfrm>
            <a:off x="6031725" y="3193561"/>
            <a:ext cx="24306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1">
  <p:cSld name="CUSTOM_8">
    <p:bg>
      <p:bgPr>
        <a:solidFill>
          <a:schemeClr val="accent3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03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103"/>
          <p:cNvSpPr/>
          <p:nvPr>
            <p:ph idx="2" type="pic"/>
          </p:nvPr>
        </p:nvSpPr>
        <p:spPr>
          <a:xfrm>
            <a:off x="12246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103"/>
          <p:cNvSpPr/>
          <p:nvPr>
            <p:ph idx="3" type="pic"/>
          </p:nvPr>
        </p:nvSpPr>
        <p:spPr>
          <a:xfrm>
            <a:off x="3105050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103"/>
          <p:cNvSpPr/>
          <p:nvPr>
            <p:ph idx="4" type="pic"/>
          </p:nvPr>
        </p:nvSpPr>
        <p:spPr>
          <a:xfrm>
            <a:off x="499848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103"/>
          <p:cNvSpPr/>
          <p:nvPr>
            <p:ph idx="5" type="pic"/>
          </p:nvPr>
        </p:nvSpPr>
        <p:spPr>
          <a:xfrm>
            <a:off x="6891938" y="2088671"/>
            <a:ext cx="413400" cy="4134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103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V2">
  <p:cSld name="CUSTOM_9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4"/>
          <p:cNvSpPr txBox="1"/>
          <p:nvPr>
            <p:ph type="title"/>
          </p:nvPr>
        </p:nvSpPr>
        <p:spPr>
          <a:xfrm>
            <a:off x="640336" y="3853289"/>
            <a:ext cx="53397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5" name="Google Shape;615;p104"/>
          <p:cNvSpPr txBox="1"/>
          <p:nvPr>
            <p:ph idx="1" type="body"/>
          </p:nvPr>
        </p:nvSpPr>
        <p:spPr>
          <a:xfrm>
            <a:off x="700775" y="4573925"/>
            <a:ext cx="5306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Calendar">
  <p:cSld name="CUSTOM_10">
    <p:bg>
      <p:bgPr>
        <a:solidFill>
          <a:schemeClr val="lt1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05"/>
          <p:cNvSpPr/>
          <p:nvPr/>
        </p:nvSpPr>
        <p:spPr>
          <a:xfrm>
            <a:off x="4700100" y="0"/>
            <a:ext cx="4443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05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19" name="Google Shape;619;p105"/>
          <p:cNvSpPr txBox="1"/>
          <p:nvPr>
            <p:ph idx="2" type="subTitle"/>
          </p:nvPr>
        </p:nvSpPr>
        <p:spPr>
          <a:xfrm>
            <a:off x="689050" y="531800"/>
            <a:ext cx="1507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0" name="Google Shape;620;p105"/>
          <p:cNvSpPr/>
          <p:nvPr>
            <p:ph idx="3" type="pic"/>
          </p:nvPr>
        </p:nvSpPr>
        <p:spPr>
          <a:xfrm>
            <a:off x="5299922" y="644675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105"/>
          <p:cNvSpPr/>
          <p:nvPr>
            <p:ph idx="4" type="pic"/>
          </p:nvPr>
        </p:nvSpPr>
        <p:spPr>
          <a:xfrm>
            <a:off x="5299922" y="1678237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622" name="Google Shape;622;p105"/>
          <p:cNvSpPr txBox="1"/>
          <p:nvPr>
            <p:ph idx="5" type="body"/>
          </p:nvPr>
        </p:nvSpPr>
        <p:spPr>
          <a:xfrm>
            <a:off x="5529550" y="557100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23" name="Google Shape;623;p105"/>
          <p:cNvSpPr txBox="1"/>
          <p:nvPr>
            <p:ph idx="6" type="body"/>
          </p:nvPr>
        </p:nvSpPr>
        <p:spPr>
          <a:xfrm>
            <a:off x="5529554" y="678452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24" name="Google Shape;624;p105"/>
          <p:cNvSpPr txBox="1"/>
          <p:nvPr>
            <p:ph idx="7" type="body"/>
          </p:nvPr>
        </p:nvSpPr>
        <p:spPr>
          <a:xfrm>
            <a:off x="5529550" y="1636031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25" name="Google Shape;625;p105"/>
          <p:cNvSpPr txBox="1"/>
          <p:nvPr>
            <p:ph idx="8" type="body"/>
          </p:nvPr>
        </p:nvSpPr>
        <p:spPr>
          <a:xfrm>
            <a:off x="5529554" y="1757384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26" name="Google Shape;626;p105"/>
          <p:cNvSpPr/>
          <p:nvPr>
            <p:ph idx="9" type="pic"/>
          </p:nvPr>
        </p:nvSpPr>
        <p:spPr>
          <a:xfrm>
            <a:off x="5299922" y="276526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105"/>
          <p:cNvSpPr txBox="1"/>
          <p:nvPr>
            <p:ph idx="13" type="body"/>
          </p:nvPr>
        </p:nvSpPr>
        <p:spPr>
          <a:xfrm>
            <a:off x="5529550" y="2723054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28" name="Google Shape;628;p105"/>
          <p:cNvSpPr txBox="1"/>
          <p:nvPr>
            <p:ph idx="14" type="body"/>
          </p:nvPr>
        </p:nvSpPr>
        <p:spPr>
          <a:xfrm>
            <a:off x="5529554" y="2844406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29" name="Google Shape;629;p105"/>
          <p:cNvSpPr/>
          <p:nvPr>
            <p:ph idx="15" type="pic"/>
          </p:nvPr>
        </p:nvSpPr>
        <p:spPr>
          <a:xfrm>
            <a:off x="5299922" y="3852616"/>
            <a:ext cx="273600" cy="2736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105"/>
          <p:cNvSpPr txBox="1"/>
          <p:nvPr>
            <p:ph idx="16" type="body"/>
          </p:nvPr>
        </p:nvSpPr>
        <p:spPr>
          <a:xfrm>
            <a:off x="5529550" y="3810398"/>
            <a:ext cx="30915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1" name="Google Shape;631;p105"/>
          <p:cNvSpPr txBox="1"/>
          <p:nvPr>
            <p:ph idx="17" type="body"/>
          </p:nvPr>
        </p:nvSpPr>
        <p:spPr>
          <a:xfrm>
            <a:off x="5529554" y="3931751"/>
            <a:ext cx="30915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●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○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ExtraLight"/>
              <a:buChar char="■"/>
              <a:defRPr sz="12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">
  <p:cSld name="CUSTOM_11">
    <p:bg>
      <p:bgPr>
        <a:solidFill>
          <a:schemeClr val="accent3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4" name="Google Shape;634;p106"/>
          <p:cNvSpPr txBox="1"/>
          <p:nvPr>
            <p:ph type="title"/>
          </p:nvPr>
        </p:nvSpPr>
        <p:spPr>
          <a:xfrm>
            <a:off x="661574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06"/>
          <p:cNvSpPr txBox="1"/>
          <p:nvPr>
            <p:ph idx="2" type="body"/>
          </p:nvPr>
        </p:nvSpPr>
        <p:spPr>
          <a:xfrm>
            <a:off x="687900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6" name="Google Shape;636;p106"/>
          <p:cNvSpPr txBox="1"/>
          <p:nvPr>
            <p:ph idx="3" type="body"/>
          </p:nvPr>
        </p:nvSpPr>
        <p:spPr>
          <a:xfrm>
            <a:off x="2262132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7" name="Google Shape;637;p106"/>
          <p:cNvSpPr txBox="1"/>
          <p:nvPr>
            <p:ph idx="4" type="body"/>
          </p:nvPr>
        </p:nvSpPr>
        <p:spPr>
          <a:xfrm>
            <a:off x="3827041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8" name="Google Shape;638;p106"/>
          <p:cNvSpPr txBox="1"/>
          <p:nvPr>
            <p:ph idx="5" type="body"/>
          </p:nvPr>
        </p:nvSpPr>
        <p:spPr>
          <a:xfrm>
            <a:off x="5397375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39" name="Google Shape;639;p106"/>
          <p:cNvSpPr txBox="1"/>
          <p:nvPr>
            <p:ph idx="6" type="body"/>
          </p:nvPr>
        </p:nvSpPr>
        <p:spPr>
          <a:xfrm>
            <a:off x="6956568" y="1296524"/>
            <a:ext cx="14460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●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○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SemiBold"/>
              <a:buChar char="■"/>
              <a:defRPr sz="1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40" name="Google Shape;640;p106"/>
          <p:cNvSpPr/>
          <p:nvPr>
            <p:ph idx="7" type="pic"/>
          </p:nvPr>
        </p:nvSpPr>
        <p:spPr>
          <a:xfrm>
            <a:off x="7279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106"/>
          <p:cNvSpPr/>
          <p:nvPr>
            <p:ph idx="8" type="pic"/>
          </p:nvPr>
        </p:nvSpPr>
        <p:spPr>
          <a:xfrm>
            <a:off x="7279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106"/>
          <p:cNvSpPr/>
          <p:nvPr>
            <p:ph idx="9" type="pic"/>
          </p:nvPr>
        </p:nvSpPr>
        <p:spPr>
          <a:xfrm>
            <a:off x="7279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3" name="Google Shape;643;p106"/>
          <p:cNvSpPr/>
          <p:nvPr>
            <p:ph idx="13" type="pic"/>
          </p:nvPr>
        </p:nvSpPr>
        <p:spPr>
          <a:xfrm>
            <a:off x="7279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4" name="Google Shape;644;p106"/>
          <p:cNvSpPr/>
          <p:nvPr>
            <p:ph idx="14" type="pic"/>
          </p:nvPr>
        </p:nvSpPr>
        <p:spPr>
          <a:xfrm>
            <a:off x="229647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5" name="Google Shape;645;p106"/>
          <p:cNvSpPr/>
          <p:nvPr>
            <p:ph idx="15" type="pic"/>
          </p:nvPr>
        </p:nvSpPr>
        <p:spPr>
          <a:xfrm>
            <a:off x="386500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6" name="Google Shape;646;p106"/>
          <p:cNvSpPr/>
          <p:nvPr>
            <p:ph idx="16" type="pic"/>
          </p:nvPr>
        </p:nvSpPr>
        <p:spPr>
          <a:xfrm>
            <a:off x="5433525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106"/>
          <p:cNvSpPr/>
          <p:nvPr>
            <p:ph idx="17" type="pic"/>
          </p:nvPr>
        </p:nvSpPr>
        <p:spPr>
          <a:xfrm>
            <a:off x="7002050" y="1764075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8" name="Google Shape;648;p106"/>
          <p:cNvSpPr/>
          <p:nvPr>
            <p:ph idx="18" type="pic"/>
          </p:nvPr>
        </p:nvSpPr>
        <p:spPr>
          <a:xfrm>
            <a:off x="229647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9" name="Google Shape;649;p106"/>
          <p:cNvSpPr/>
          <p:nvPr>
            <p:ph idx="19" type="pic"/>
          </p:nvPr>
        </p:nvSpPr>
        <p:spPr>
          <a:xfrm>
            <a:off x="229647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106"/>
          <p:cNvSpPr/>
          <p:nvPr>
            <p:ph idx="20" type="pic"/>
          </p:nvPr>
        </p:nvSpPr>
        <p:spPr>
          <a:xfrm>
            <a:off x="229647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106"/>
          <p:cNvSpPr/>
          <p:nvPr>
            <p:ph idx="21" type="pic"/>
          </p:nvPr>
        </p:nvSpPr>
        <p:spPr>
          <a:xfrm>
            <a:off x="386500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2" name="Google Shape;652;p106"/>
          <p:cNvSpPr/>
          <p:nvPr>
            <p:ph idx="22" type="pic"/>
          </p:nvPr>
        </p:nvSpPr>
        <p:spPr>
          <a:xfrm>
            <a:off x="386500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106"/>
          <p:cNvSpPr/>
          <p:nvPr>
            <p:ph idx="23" type="pic"/>
          </p:nvPr>
        </p:nvSpPr>
        <p:spPr>
          <a:xfrm>
            <a:off x="386500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4" name="Google Shape;654;p106"/>
          <p:cNvSpPr/>
          <p:nvPr>
            <p:ph idx="24" type="pic"/>
          </p:nvPr>
        </p:nvSpPr>
        <p:spPr>
          <a:xfrm>
            <a:off x="5433525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5" name="Google Shape;655;p106"/>
          <p:cNvSpPr/>
          <p:nvPr>
            <p:ph idx="25" type="pic"/>
          </p:nvPr>
        </p:nvSpPr>
        <p:spPr>
          <a:xfrm>
            <a:off x="5433525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106"/>
          <p:cNvSpPr/>
          <p:nvPr>
            <p:ph idx="26" type="pic"/>
          </p:nvPr>
        </p:nvSpPr>
        <p:spPr>
          <a:xfrm>
            <a:off x="5433525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7" name="Google Shape;657;p106"/>
          <p:cNvSpPr/>
          <p:nvPr>
            <p:ph idx="27" type="pic"/>
          </p:nvPr>
        </p:nvSpPr>
        <p:spPr>
          <a:xfrm>
            <a:off x="7002050" y="232043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8" name="Google Shape;658;p106"/>
          <p:cNvSpPr/>
          <p:nvPr>
            <p:ph idx="28" type="pic"/>
          </p:nvPr>
        </p:nvSpPr>
        <p:spPr>
          <a:xfrm>
            <a:off x="7002050" y="2860788"/>
            <a:ext cx="304500" cy="304500"/>
          </a:xfrm>
          <a:prstGeom prst="rect">
            <a:avLst/>
          </a:prstGeom>
          <a:noFill/>
          <a:ln>
            <a:noFill/>
          </a:ln>
        </p:spPr>
      </p:sp>
      <p:sp>
        <p:nvSpPr>
          <p:cNvPr id="659" name="Google Shape;659;p106"/>
          <p:cNvSpPr/>
          <p:nvPr>
            <p:ph idx="29" type="pic"/>
          </p:nvPr>
        </p:nvSpPr>
        <p:spPr>
          <a:xfrm>
            <a:off x="7002050" y="3401138"/>
            <a:ext cx="304500" cy="30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Load Time Optimization">
  <p:cSld name="CUSTOM_13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7"/>
          <p:cNvSpPr/>
          <p:nvPr>
            <p:ph idx="2" type="pic"/>
          </p:nvPr>
        </p:nvSpPr>
        <p:spPr>
          <a:xfrm>
            <a:off x="7910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662" name="Google Shape;662;p107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63" name="Google Shape;663;p107"/>
          <p:cNvSpPr txBox="1"/>
          <p:nvPr>
            <p:ph type="title"/>
          </p:nvPr>
        </p:nvSpPr>
        <p:spPr>
          <a:xfrm>
            <a:off x="661576" y="424275"/>
            <a:ext cx="78909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107"/>
          <p:cNvSpPr txBox="1"/>
          <p:nvPr>
            <p:ph idx="3" type="body"/>
          </p:nvPr>
        </p:nvSpPr>
        <p:spPr>
          <a:xfrm>
            <a:off x="1890825" y="3120325"/>
            <a:ext cx="11862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●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○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SemiBold"/>
              <a:buChar char="■"/>
              <a:defRPr sz="8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65" name="Google Shape;665;p107"/>
          <p:cNvSpPr txBox="1"/>
          <p:nvPr>
            <p:ph idx="4" type="body"/>
          </p:nvPr>
        </p:nvSpPr>
        <p:spPr>
          <a:xfrm>
            <a:off x="1890825" y="3446750"/>
            <a:ext cx="11862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●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○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Lexend ExtraLight"/>
              <a:buChar char="■"/>
              <a:defRPr sz="8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66" name="Google Shape;666;p107"/>
          <p:cNvSpPr/>
          <p:nvPr>
            <p:ph idx="5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107"/>
          <p:cNvSpPr txBox="1"/>
          <p:nvPr>
            <p:ph idx="6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68" name="Google Shape;668;p107"/>
          <p:cNvSpPr txBox="1"/>
          <p:nvPr>
            <p:ph idx="7" type="body"/>
          </p:nvPr>
        </p:nvSpPr>
        <p:spPr>
          <a:xfrm>
            <a:off x="5901025" y="2091050"/>
            <a:ext cx="27621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69" name="Google Shape;669;p107"/>
          <p:cNvSpPr txBox="1"/>
          <p:nvPr>
            <p:ph idx="8" type="body"/>
          </p:nvPr>
        </p:nvSpPr>
        <p:spPr>
          <a:xfrm>
            <a:off x="5908675" y="3140275"/>
            <a:ext cx="27123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Collaboration">
  <p:cSld name="CUSTOM_13_1"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08"/>
          <p:cNvSpPr/>
          <p:nvPr>
            <p:ph idx="2" type="pic"/>
          </p:nvPr>
        </p:nvSpPr>
        <p:spPr>
          <a:xfrm>
            <a:off x="287610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108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73" name="Google Shape;673;p108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4" name="Google Shape;674;p108"/>
          <p:cNvSpPr/>
          <p:nvPr>
            <p:ph idx="3" type="pic"/>
          </p:nvPr>
        </p:nvSpPr>
        <p:spPr>
          <a:xfrm>
            <a:off x="18908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675" name="Google Shape;675;p108"/>
          <p:cNvSpPr txBox="1"/>
          <p:nvPr>
            <p:ph idx="4" type="subTitle"/>
          </p:nvPr>
        </p:nvSpPr>
        <p:spPr>
          <a:xfrm>
            <a:off x="5908675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76" name="Google Shape;676;p108"/>
          <p:cNvSpPr txBox="1"/>
          <p:nvPr>
            <p:ph idx="5" type="body"/>
          </p:nvPr>
        </p:nvSpPr>
        <p:spPr>
          <a:xfrm>
            <a:off x="5901025" y="2091050"/>
            <a:ext cx="24588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77" name="Google Shape;677;p108"/>
          <p:cNvSpPr txBox="1"/>
          <p:nvPr>
            <p:ph idx="6" type="body"/>
          </p:nvPr>
        </p:nvSpPr>
        <p:spPr>
          <a:xfrm>
            <a:off x="5908675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HitGub Integration">
  <p:cSld name="CUSTOM_13_1_1"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09"/>
          <p:cNvSpPr/>
          <p:nvPr>
            <p:ph idx="2" type="pic"/>
          </p:nvPr>
        </p:nvSpPr>
        <p:spPr>
          <a:xfrm>
            <a:off x="4960075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109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81" name="Google Shape;681;p109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682" name="Google Shape;682;p109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83" name="Google Shape;683;p109"/>
          <p:cNvSpPr txBox="1"/>
          <p:nvPr>
            <p:ph idx="5" type="body"/>
          </p:nvPr>
        </p:nvSpPr>
        <p:spPr>
          <a:xfrm>
            <a:off x="676500" y="2091050"/>
            <a:ext cx="2742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84" name="Google Shape;684;p109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85" name="Google Shape;685;p109"/>
          <p:cNvSpPr txBox="1"/>
          <p:nvPr>
            <p:ph type="title"/>
          </p:nvPr>
        </p:nvSpPr>
        <p:spPr>
          <a:xfrm>
            <a:off x="661575" y="424275"/>
            <a:ext cx="77406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s - Event Tracking">
  <p:cSld name="CUSTOM_13_1_1_1"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0"/>
          <p:cNvSpPr/>
          <p:nvPr>
            <p:ph idx="2" type="pic"/>
          </p:nvPr>
        </p:nvSpPr>
        <p:spPr>
          <a:xfrm>
            <a:off x="7053750" y="1977650"/>
            <a:ext cx="1307100" cy="1956600"/>
          </a:xfrm>
          <a:prstGeom prst="rect">
            <a:avLst/>
          </a:prstGeom>
          <a:noFill/>
          <a:ln>
            <a:noFill/>
          </a:ln>
        </p:spPr>
      </p:sp>
      <p:sp>
        <p:nvSpPr>
          <p:cNvPr id="688" name="Google Shape;688;p11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89" name="Google Shape;689;p110"/>
          <p:cNvSpPr txBox="1"/>
          <p:nvPr>
            <p:ph type="title"/>
          </p:nvPr>
        </p:nvSpPr>
        <p:spPr>
          <a:xfrm>
            <a:off x="661576" y="424275"/>
            <a:ext cx="7855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0" name="Google Shape;690;p110"/>
          <p:cNvSpPr/>
          <p:nvPr>
            <p:ph idx="3" type="pic"/>
          </p:nvPr>
        </p:nvSpPr>
        <p:spPr>
          <a:xfrm>
            <a:off x="6068328" y="2891499"/>
            <a:ext cx="277800" cy="277800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110"/>
          <p:cNvSpPr txBox="1"/>
          <p:nvPr>
            <p:ph idx="4" type="subTitle"/>
          </p:nvPr>
        </p:nvSpPr>
        <p:spPr>
          <a:xfrm>
            <a:off x="684150" y="189480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SemiBold"/>
              <a:buNone/>
              <a:defRPr sz="12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92" name="Google Shape;692;p110"/>
          <p:cNvSpPr txBox="1"/>
          <p:nvPr>
            <p:ph idx="5" type="body"/>
          </p:nvPr>
        </p:nvSpPr>
        <p:spPr>
          <a:xfrm>
            <a:off x="676500" y="2091050"/>
            <a:ext cx="26775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93" name="Google Shape;693;p110"/>
          <p:cNvSpPr txBox="1"/>
          <p:nvPr>
            <p:ph idx="6" type="body"/>
          </p:nvPr>
        </p:nvSpPr>
        <p:spPr>
          <a:xfrm>
            <a:off x="684150" y="3140275"/>
            <a:ext cx="2450700" cy="15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 - Risks">
  <p:cSld name="CUSTOM_14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11"/>
          <p:cNvSpPr/>
          <p:nvPr>
            <p:ph idx="2" type="pic"/>
          </p:nvPr>
        </p:nvSpPr>
        <p:spPr>
          <a:xfrm>
            <a:off x="5215175" y="0"/>
            <a:ext cx="392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96" name="Google Shape;696;p111"/>
          <p:cNvSpPr txBox="1"/>
          <p:nvPr>
            <p:ph idx="1" type="body"/>
          </p:nvPr>
        </p:nvSpPr>
        <p:spPr>
          <a:xfrm>
            <a:off x="687900" y="292725"/>
            <a:ext cx="37554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697" name="Google Shape;697;p111"/>
          <p:cNvSpPr txBox="1"/>
          <p:nvPr>
            <p:ph idx="3" type="subTitle"/>
          </p:nvPr>
        </p:nvSpPr>
        <p:spPr>
          <a:xfrm>
            <a:off x="689235" y="531804"/>
            <a:ext cx="37542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8" name="Google Shape;698;p111"/>
          <p:cNvSpPr txBox="1"/>
          <p:nvPr>
            <p:ph idx="4" type="body"/>
          </p:nvPr>
        </p:nvSpPr>
        <p:spPr>
          <a:xfrm>
            <a:off x="688425" y="941550"/>
            <a:ext cx="3755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699" name="Google Shape;699;p111"/>
          <p:cNvSpPr txBox="1"/>
          <p:nvPr>
            <p:ph idx="5" type="body"/>
          </p:nvPr>
        </p:nvSpPr>
        <p:spPr>
          <a:xfrm>
            <a:off x="1129400" y="2768850"/>
            <a:ext cx="3314400" cy="16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6">
    <p:bg>
      <p:bgPr>
        <a:solidFill>
          <a:schemeClr val="accent3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12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02" name="Google Shape;702;p112"/>
          <p:cNvSpPr txBox="1"/>
          <p:nvPr>
            <p:ph type="title"/>
          </p:nvPr>
        </p:nvSpPr>
        <p:spPr>
          <a:xfrm>
            <a:off x="646035" y="424278"/>
            <a:ext cx="51513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112"/>
          <p:cNvSpPr txBox="1"/>
          <p:nvPr>
            <p:ph idx="2" type="body"/>
          </p:nvPr>
        </p:nvSpPr>
        <p:spPr>
          <a:xfrm>
            <a:off x="688425" y="1433475"/>
            <a:ext cx="2867400" cy="16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●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○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exend Light"/>
              <a:buChar char="■"/>
              <a:defRPr sz="12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704" name="Google Shape;704;p112"/>
          <p:cNvSpPr txBox="1"/>
          <p:nvPr>
            <p:ph idx="3" type="body"/>
          </p:nvPr>
        </p:nvSpPr>
        <p:spPr>
          <a:xfrm>
            <a:off x="4724950" y="3620575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5" name="Google Shape;705;p112"/>
          <p:cNvSpPr txBox="1"/>
          <p:nvPr>
            <p:ph idx="4" type="body"/>
          </p:nvPr>
        </p:nvSpPr>
        <p:spPr>
          <a:xfrm>
            <a:off x="4724950" y="2596937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  <p:sp>
        <p:nvSpPr>
          <p:cNvPr id="706" name="Google Shape;706;p112"/>
          <p:cNvSpPr txBox="1"/>
          <p:nvPr>
            <p:ph idx="5" type="body"/>
          </p:nvPr>
        </p:nvSpPr>
        <p:spPr>
          <a:xfrm>
            <a:off x="4724950" y="1567600"/>
            <a:ext cx="38850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>
                <a:latin typeface="Lexend ExtraLight"/>
                <a:ea typeface="Lexend ExtraLight"/>
                <a:cs typeface="Lexend ExtraLight"/>
                <a:sym typeface="Lexend ExtraLight"/>
              </a:defRPr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●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○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Font typeface="Lexend ExtraLight"/>
              <a:buChar char="■"/>
              <a:defRPr sz="1700">
                <a:latin typeface="Lexend ExtraLight"/>
                <a:ea typeface="Lexend ExtraLight"/>
                <a:cs typeface="Lexend ExtraLight"/>
                <a:sym typeface="Lexen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CUSTOM_17">
    <p:bg>
      <p:bgPr>
        <a:solidFill>
          <a:schemeClr val="accent3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3"/>
          <p:cNvSpPr txBox="1"/>
          <p:nvPr>
            <p:ph type="title"/>
          </p:nvPr>
        </p:nvSpPr>
        <p:spPr>
          <a:xfrm>
            <a:off x="667650" y="230375"/>
            <a:ext cx="7692300" cy="25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9" name="Google Shape;709;p113"/>
          <p:cNvSpPr txBox="1"/>
          <p:nvPr>
            <p:ph idx="2" type="title"/>
          </p:nvPr>
        </p:nvSpPr>
        <p:spPr>
          <a:xfrm>
            <a:off x="667650" y="3872300"/>
            <a:ext cx="76923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8">
    <p:bg>
      <p:bgPr>
        <a:solidFill>
          <a:schemeClr val="accent3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14"/>
          <p:cNvSpPr/>
          <p:nvPr>
            <p:ph idx="2" type="pic"/>
          </p:nvPr>
        </p:nvSpPr>
        <p:spPr>
          <a:xfrm>
            <a:off x="4700175" y="0"/>
            <a:ext cx="4443900" cy="2991000"/>
          </a:xfrm>
          <a:prstGeom prst="rect">
            <a:avLst/>
          </a:prstGeom>
          <a:noFill/>
          <a:ln>
            <a:noFill/>
          </a:ln>
        </p:spPr>
      </p:sp>
      <p:sp>
        <p:nvSpPr>
          <p:cNvPr id="712" name="Google Shape;712;p114"/>
          <p:cNvSpPr txBox="1"/>
          <p:nvPr>
            <p:ph type="title"/>
          </p:nvPr>
        </p:nvSpPr>
        <p:spPr>
          <a:xfrm>
            <a:off x="407350" y="3366041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8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cxnSp>
        <p:nvCxnSpPr>
          <p:cNvPr id="713" name="Google Shape;713;p114"/>
          <p:cNvCxnSpPr/>
          <p:nvPr/>
        </p:nvCxnSpPr>
        <p:spPr>
          <a:xfrm>
            <a:off x="-3150" y="677850"/>
            <a:ext cx="5232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">
    <p:bg>
      <p:bgPr>
        <a:solidFill>
          <a:schemeClr val="accent3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15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16" name="Google Shape;716;p115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17" name="Google Shape;717;p115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19_2">
    <p:bg>
      <p:bgPr>
        <a:solidFill>
          <a:schemeClr val="lt2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6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20" name="Google Shape;720;p116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21" name="Google Shape;721;p116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9_1">
    <p:bg>
      <p:bgPr>
        <a:solidFill>
          <a:schemeClr val="accent4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17"/>
          <p:cNvSpPr/>
          <p:nvPr/>
        </p:nvSpPr>
        <p:spPr>
          <a:xfrm rot="-5400000">
            <a:off x="3536425" y="-458475"/>
            <a:ext cx="5185800" cy="6064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17"/>
          <p:cNvSpPr/>
          <p:nvPr/>
        </p:nvSpPr>
        <p:spPr>
          <a:xfrm rot="-5400000">
            <a:off x="-1042850" y="1013775"/>
            <a:ext cx="5178300" cy="31128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17"/>
          <p:cNvSpPr/>
          <p:nvPr>
            <p:ph idx="2" type="pic"/>
          </p:nvPr>
        </p:nvSpPr>
        <p:spPr>
          <a:xfrm>
            <a:off x="777750" y="938695"/>
            <a:ext cx="1598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726" name="Google Shape;726;p117"/>
          <p:cNvSpPr/>
          <p:nvPr>
            <p:ph idx="3" type="pic"/>
          </p:nvPr>
        </p:nvSpPr>
        <p:spPr>
          <a:xfrm>
            <a:off x="4115400" y="921995"/>
            <a:ext cx="4127700" cy="2333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0">
    <p:bg>
      <p:bgPr>
        <a:solidFill>
          <a:schemeClr val="lt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18"/>
          <p:cNvSpPr/>
          <p:nvPr>
            <p:ph idx="2" type="pic"/>
          </p:nvPr>
        </p:nvSpPr>
        <p:spPr>
          <a:xfrm>
            <a:off x="936975" y="869000"/>
            <a:ext cx="1607400" cy="3413100"/>
          </a:xfrm>
          <a:prstGeom prst="roundRect">
            <a:avLst>
              <a:gd fmla="val 11038" name="adj"/>
            </a:avLst>
          </a:prstGeom>
          <a:noFill/>
          <a:ln>
            <a:noFill/>
          </a:ln>
        </p:spPr>
      </p:sp>
      <p:sp>
        <p:nvSpPr>
          <p:cNvPr id="729" name="Google Shape;729;p118"/>
          <p:cNvSpPr/>
          <p:nvPr>
            <p:ph idx="3" type="pic"/>
          </p:nvPr>
        </p:nvSpPr>
        <p:spPr>
          <a:xfrm>
            <a:off x="3514600" y="869000"/>
            <a:ext cx="4798800" cy="3413100"/>
          </a:xfrm>
          <a:prstGeom prst="roundRect">
            <a:avLst>
              <a:gd fmla="val 463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1">
    <p:bg>
      <p:bgPr>
        <a:solidFill>
          <a:schemeClr val="lt1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9"/>
          <p:cNvSpPr/>
          <p:nvPr>
            <p:ph idx="2" type="pic"/>
          </p:nvPr>
        </p:nvSpPr>
        <p:spPr>
          <a:xfrm>
            <a:off x="2068775" y="933200"/>
            <a:ext cx="4994100" cy="312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Phone mockup">
  <p:cSld name="CUSTOM_22_1">
    <p:bg>
      <p:bgPr>
        <a:solidFill>
          <a:schemeClr val="accent3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20"/>
          <p:cNvSpPr/>
          <p:nvPr>
            <p:ph idx="2" type="pic"/>
          </p:nvPr>
        </p:nvSpPr>
        <p:spPr>
          <a:xfrm>
            <a:off x="6682707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34" name="Google Shape;734;p120"/>
          <p:cNvSpPr/>
          <p:nvPr>
            <p:ph idx="3" type="pic"/>
          </p:nvPr>
        </p:nvSpPr>
        <p:spPr>
          <a:xfrm>
            <a:off x="4143672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735" name="Google Shape;735;p120"/>
          <p:cNvSpPr txBox="1"/>
          <p:nvPr>
            <p:ph idx="1" type="body"/>
          </p:nvPr>
        </p:nvSpPr>
        <p:spPr>
          <a:xfrm>
            <a:off x="687900" y="292725"/>
            <a:ext cx="32331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●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○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SzPts val="600"/>
              <a:buFont typeface="Lexend SemiBold"/>
              <a:buChar char="■"/>
              <a:defRPr sz="6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36" name="Google Shape;736;p120"/>
          <p:cNvSpPr txBox="1"/>
          <p:nvPr>
            <p:ph idx="4" type="body"/>
          </p:nvPr>
        </p:nvSpPr>
        <p:spPr>
          <a:xfrm>
            <a:off x="689250" y="3870075"/>
            <a:ext cx="1968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●"/>
              <a:defRPr sz="800"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○"/>
              <a:defRPr sz="800"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 Light"/>
              <a:buChar char="■"/>
              <a:defRPr sz="8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737" name="Google Shape;737;p120"/>
          <p:cNvSpPr txBox="1"/>
          <p:nvPr>
            <p:ph idx="5" type="subTitle"/>
          </p:nvPr>
        </p:nvSpPr>
        <p:spPr>
          <a:xfrm>
            <a:off x="689050" y="531800"/>
            <a:ext cx="16071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SemiBold"/>
              <a:buNone/>
              <a:defRPr>
                <a:solidFill>
                  <a:schemeClr val="dk1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Devices mockup">
  <p:cSld name="CUSTOM_24_1">
    <p:bg>
      <p:bgPr>
        <a:solidFill>
          <a:schemeClr val="lt1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21"/>
          <p:cNvSpPr txBox="1"/>
          <p:nvPr>
            <p:ph idx="1" type="body"/>
          </p:nvPr>
        </p:nvSpPr>
        <p:spPr>
          <a:xfrm>
            <a:off x="687900" y="292725"/>
            <a:ext cx="1471500" cy="2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indent="-2667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indent="-2667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indent="-2667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indent="-2667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indent="-2667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indent="-2667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●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indent="-2667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○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Font typeface="Lexend SemiBold"/>
              <a:buChar char="■"/>
              <a:defRPr sz="600">
                <a:solidFill>
                  <a:schemeClr val="dk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740" name="Google Shape;740;p121"/>
          <p:cNvSpPr txBox="1"/>
          <p:nvPr>
            <p:ph idx="2" type="body"/>
          </p:nvPr>
        </p:nvSpPr>
        <p:spPr>
          <a:xfrm>
            <a:off x="5484300" y="292725"/>
            <a:ext cx="29970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●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○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exend Light"/>
              <a:buChar char="■"/>
              <a:defRPr sz="800">
                <a:solidFill>
                  <a:schemeClr val="dk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5.xml"/><Relationship Id="rId42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06.xml"/><Relationship Id="rId44" Type="http://schemas.openxmlformats.org/officeDocument/2006/relationships/slideLayout" Target="../slideLayouts/slideLayout109.xml"/><Relationship Id="rId43" Type="http://schemas.openxmlformats.org/officeDocument/2006/relationships/slideLayout" Target="../slideLayouts/slideLayout108.xml"/><Relationship Id="rId46" Type="http://schemas.openxmlformats.org/officeDocument/2006/relationships/slideLayout" Target="../slideLayouts/slideLayout111.xml"/><Relationship Id="rId45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113.xml"/><Relationship Id="rId47" Type="http://schemas.openxmlformats.org/officeDocument/2006/relationships/slideLayout" Target="../slideLayouts/slideLayout112.xml"/><Relationship Id="rId49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97.xml"/><Relationship Id="rId35" Type="http://schemas.openxmlformats.org/officeDocument/2006/relationships/slideLayout" Target="../slideLayouts/slideLayout100.xml"/><Relationship Id="rId34" Type="http://schemas.openxmlformats.org/officeDocument/2006/relationships/slideLayout" Target="../slideLayouts/slideLayout99.xml"/><Relationship Id="rId37" Type="http://schemas.openxmlformats.org/officeDocument/2006/relationships/slideLayout" Target="../slideLayouts/slideLayout102.xml"/><Relationship Id="rId36" Type="http://schemas.openxmlformats.org/officeDocument/2006/relationships/slideLayout" Target="../slideLayouts/slideLayout101.xml"/><Relationship Id="rId39" Type="http://schemas.openxmlformats.org/officeDocument/2006/relationships/slideLayout" Target="../slideLayouts/slideLayout104.xml"/><Relationship Id="rId38" Type="http://schemas.openxmlformats.org/officeDocument/2006/relationships/slideLayout" Target="../slideLayouts/slideLayout103.xml"/><Relationship Id="rId20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0.xml"/><Relationship Id="rId28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2.xml"/><Relationship Id="rId29" Type="http://schemas.openxmlformats.org/officeDocument/2006/relationships/slideLayout" Target="../slideLayouts/slideLayout94.xml"/><Relationship Id="rId51" Type="http://schemas.openxmlformats.org/officeDocument/2006/relationships/slideLayout" Target="../slideLayouts/slideLayout116.xml"/><Relationship Id="rId50" Type="http://schemas.openxmlformats.org/officeDocument/2006/relationships/slideLayout" Target="../slideLayouts/slideLayout115.xml"/><Relationship Id="rId53" Type="http://schemas.openxmlformats.org/officeDocument/2006/relationships/slideLayout" Target="../slideLayouts/slideLayout118.xml"/><Relationship Id="rId52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8"/>
          <p:cNvSpPr txBox="1"/>
          <p:nvPr>
            <p:ph idx="12" type="sldNum"/>
          </p:nvPr>
        </p:nvSpPr>
        <p:spPr>
          <a:xfrm>
            <a:off x="8359800" y="4851000"/>
            <a:ext cx="261300" cy="29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0">
            <a:noAutofit/>
          </a:bodyPr>
          <a:lstStyle>
            <a:lvl1pPr lvl="0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 algn="ctr">
              <a:buNone/>
              <a:defRPr sz="1100">
                <a:solidFill>
                  <a:schemeClr val="accen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8" name="Google Shape;398;p68"/>
          <p:cNvSpPr txBox="1"/>
          <p:nvPr>
            <p:ph type="title"/>
          </p:nvPr>
        </p:nvSpPr>
        <p:spPr>
          <a:xfrm>
            <a:off x="163200" y="76200"/>
            <a:ext cx="84579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exend Light"/>
              <a:buNone/>
              <a:defRPr sz="48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9" name="Google Shape;399;p68"/>
          <p:cNvSpPr txBox="1"/>
          <p:nvPr>
            <p:ph idx="1" type="body"/>
          </p:nvPr>
        </p:nvSpPr>
        <p:spPr>
          <a:xfrm>
            <a:off x="136825" y="2540475"/>
            <a:ext cx="4209300" cy="21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exend"/>
              <a:buChar char="●"/>
              <a:defRPr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exend"/>
              <a:buChar char="○"/>
              <a:defRPr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exend"/>
              <a:buChar char="●"/>
              <a:defRPr sz="1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Char char="○"/>
              <a:defRPr sz="12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"/>
              <a:buChar char="■"/>
              <a:defRPr sz="11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Char char="●"/>
              <a:defRPr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Lexend"/>
              <a:buChar char="○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 sz="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  <p:sldLayoutId id="2147483738" r:id="rId26"/>
    <p:sldLayoutId id="2147483739" r:id="rId27"/>
    <p:sldLayoutId id="2147483740" r:id="rId28"/>
    <p:sldLayoutId id="2147483741" r:id="rId29"/>
    <p:sldLayoutId id="2147483742" r:id="rId30"/>
    <p:sldLayoutId id="2147483743" r:id="rId31"/>
    <p:sldLayoutId id="2147483744" r:id="rId32"/>
    <p:sldLayoutId id="2147483745" r:id="rId33"/>
    <p:sldLayoutId id="2147483746" r:id="rId34"/>
    <p:sldLayoutId id="2147483747" r:id="rId35"/>
    <p:sldLayoutId id="2147483748" r:id="rId36"/>
    <p:sldLayoutId id="2147483749" r:id="rId37"/>
    <p:sldLayoutId id="2147483750" r:id="rId38"/>
    <p:sldLayoutId id="2147483751" r:id="rId39"/>
    <p:sldLayoutId id="2147483752" r:id="rId40"/>
    <p:sldLayoutId id="2147483753" r:id="rId41"/>
    <p:sldLayoutId id="2147483754" r:id="rId42"/>
    <p:sldLayoutId id="2147483755" r:id="rId43"/>
    <p:sldLayoutId id="2147483756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763" r:id="rId51"/>
    <p:sldLayoutId id="2147483764" r:id="rId52"/>
    <p:sldLayoutId id="2147483765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29">
          <p15:clr>
            <a:srgbClr val="E46962"/>
          </p15:clr>
        </p15:guide>
        <p15:guide id="2" pos="494">
          <p15:clr>
            <a:srgbClr val="E46962"/>
          </p15:clr>
        </p15:guide>
        <p15:guide id="3" pos="823">
          <p15:clr>
            <a:srgbClr val="E46962"/>
          </p15:clr>
        </p15:guide>
        <p15:guide id="4" pos="988">
          <p15:clr>
            <a:srgbClr val="E46962"/>
          </p15:clr>
        </p15:guide>
        <p15:guide id="5" pos="1317">
          <p15:clr>
            <a:srgbClr val="E46962"/>
          </p15:clr>
        </p15:guide>
        <p15:guide id="6" pos="1482">
          <p15:clr>
            <a:srgbClr val="E46962"/>
          </p15:clr>
        </p15:guide>
        <p15:guide id="7" pos="1811">
          <p15:clr>
            <a:srgbClr val="E46962"/>
          </p15:clr>
        </p15:guide>
        <p15:guide id="8" pos="1976">
          <p15:clr>
            <a:srgbClr val="E46962"/>
          </p15:clr>
        </p15:guide>
        <p15:guide id="9" pos="2305">
          <p15:clr>
            <a:srgbClr val="E46962"/>
          </p15:clr>
        </p15:guide>
        <p15:guide id="10" pos="2470">
          <p15:clr>
            <a:srgbClr val="E46962"/>
          </p15:clr>
        </p15:guide>
        <p15:guide id="11" pos="2799">
          <p15:clr>
            <a:srgbClr val="E46962"/>
          </p15:clr>
        </p15:guide>
        <p15:guide id="12" pos="5431">
          <p15:clr>
            <a:srgbClr val="E46962"/>
          </p15:clr>
        </p15:guide>
        <p15:guide id="13" pos="5266">
          <p15:clr>
            <a:srgbClr val="E46962"/>
          </p15:clr>
        </p15:guide>
        <p15:guide id="14" pos="4937">
          <p15:clr>
            <a:srgbClr val="E46962"/>
          </p15:clr>
        </p15:guide>
        <p15:guide id="15" pos="4772">
          <p15:clr>
            <a:srgbClr val="E46962"/>
          </p15:clr>
        </p15:guide>
        <p15:guide id="16" pos="4443">
          <p15:clr>
            <a:srgbClr val="E46962"/>
          </p15:clr>
        </p15:guide>
        <p15:guide id="17" pos="4278">
          <p15:clr>
            <a:srgbClr val="E46962"/>
          </p15:clr>
        </p15:guide>
        <p15:guide id="18" pos="3949">
          <p15:clr>
            <a:srgbClr val="E46962"/>
          </p15:clr>
        </p15:guide>
        <p15:guide id="19" pos="3784">
          <p15:clr>
            <a:srgbClr val="E46962"/>
          </p15:clr>
        </p15:guide>
        <p15:guide id="20" pos="3455">
          <p15:clr>
            <a:srgbClr val="E46962"/>
          </p15:clr>
        </p15:guide>
        <p15:guide id="21" pos="3290">
          <p15:clr>
            <a:srgbClr val="E46962"/>
          </p15:clr>
        </p15:guide>
        <p15:guide id="22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22"/>
          <p:cNvSpPr txBox="1"/>
          <p:nvPr>
            <p:ph type="title"/>
          </p:nvPr>
        </p:nvSpPr>
        <p:spPr>
          <a:xfrm>
            <a:off x="303700" y="355500"/>
            <a:ext cx="8421600" cy="11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DriveShare</a:t>
            </a:r>
            <a:endParaRPr/>
          </a:p>
        </p:txBody>
      </p:sp>
      <p:sp>
        <p:nvSpPr>
          <p:cNvPr id="746" name="Google Shape;746;p122"/>
          <p:cNvSpPr txBox="1"/>
          <p:nvPr>
            <p:ph idx="1" type="subTitle"/>
          </p:nvPr>
        </p:nvSpPr>
        <p:spPr>
          <a:xfrm>
            <a:off x="333400" y="2325389"/>
            <a:ext cx="4703100" cy="9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Short-term Vehicle Rental Service</a:t>
            </a:r>
            <a:endParaRPr sz="2600"/>
          </a:p>
        </p:txBody>
      </p:sp>
      <p:pic>
        <p:nvPicPr>
          <p:cNvPr id="747" name="Google Shape;747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975" y="2674525"/>
            <a:ext cx="3703451" cy="24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22"/>
          <p:cNvSpPr txBox="1"/>
          <p:nvPr/>
        </p:nvSpPr>
        <p:spPr>
          <a:xfrm>
            <a:off x="303700" y="3275200"/>
            <a:ext cx="47031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By: Meaad Hassan, Hussain Albaghdady  and Eman Swaydan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3" name="Google Shape;753;p123"/>
          <p:cNvCxnSpPr/>
          <p:nvPr/>
        </p:nvCxnSpPr>
        <p:spPr>
          <a:xfrm>
            <a:off x="0" y="4492425"/>
            <a:ext cx="444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4" name="Google Shape;754;p123"/>
          <p:cNvSpPr txBox="1"/>
          <p:nvPr>
            <p:ph type="title"/>
          </p:nvPr>
        </p:nvSpPr>
        <p:spPr>
          <a:xfrm>
            <a:off x="661575" y="538850"/>
            <a:ext cx="51513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55" name="Google Shape;755;p123"/>
          <p:cNvSpPr txBox="1"/>
          <p:nvPr/>
        </p:nvSpPr>
        <p:spPr>
          <a:xfrm>
            <a:off x="723175" y="1495050"/>
            <a:ext cx="7832100" cy="26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DriveShare is a car rental platform that connects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vehicles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owners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with renters.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Car owners can list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vehicles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and earn income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Renters can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search and book cars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In-app messaging between hosts and renters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Notifications for watchlist/rentals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xend"/>
              <a:buChar char="●"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Secure session management and password recovery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24"/>
          <p:cNvSpPr txBox="1"/>
          <p:nvPr>
            <p:ph idx="4294967295" type="subTitle"/>
          </p:nvPr>
        </p:nvSpPr>
        <p:spPr>
          <a:xfrm>
            <a:off x="666992" y="2339793"/>
            <a:ext cx="3435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61" name="Google Shape;761;p124"/>
          <p:cNvSpPr/>
          <p:nvPr/>
        </p:nvSpPr>
        <p:spPr>
          <a:xfrm>
            <a:off x="742188" y="234157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124"/>
          <p:cNvSpPr/>
          <p:nvPr/>
        </p:nvSpPr>
        <p:spPr>
          <a:xfrm>
            <a:off x="742175" y="1911496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124"/>
          <p:cNvSpPr/>
          <p:nvPr/>
        </p:nvSpPr>
        <p:spPr>
          <a:xfrm>
            <a:off x="742188" y="278797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4" name="Google Shape;764;p124"/>
          <p:cNvSpPr/>
          <p:nvPr/>
        </p:nvSpPr>
        <p:spPr>
          <a:xfrm>
            <a:off x="742175" y="148142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5" name="Google Shape;765;p124"/>
          <p:cNvSpPr txBox="1"/>
          <p:nvPr>
            <p:ph idx="4294967295" type="subTitle"/>
          </p:nvPr>
        </p:nvSpPr>
        <p:spPr>
          <a:xfrm>
            <a:off x="718521" y="270322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4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66" name="Google Shape;766;p124"/>
          <p:cNvSpPr txBox="1"/>
          <p:nvPr>
            <p:ph idx="4294967295" type="subTitle"/>
          </p:nvPr>
        </p:nvSpPr>
        <p:spPr>
          <a:xfrm>
            <a:off x="718521" y="225682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3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67" name="Google Shape;767;p124"/>
          <p:cNvSpPr txBox="1"/>
          <p:nvPr>
            <p:ph idx="4294967295" type="subTitle"/>
          </p:nvPr>
        </p:nvSpPr>
        <p:spPr>
          <a:xfrm>
            <a:off x="718521" y="183252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2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68" name="Google Shape;768;p124"/>
          <p:cNvSpPr txBox="1"/>
          <p:nvPr>
            <p:ph idx="4294967295" type="subTitle"/>
          </p:nvPr>
        </p:nvSpPr>
        <p:spPr>
          <a:xfrm>
            <a:off x="718521" y="139667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1 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descr="Icon with three rectangles." id="769" name="Google Shape;769;p124"/>
          <p:cNvPicPr preferRelativeResize="0"/>
          <p:nvPr>
            <p:ph idx="6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28" y="1434876"/>
            <a:ext cx="378600" cy="378600"/>
          </a:xfrm>
          <a:prstGeom prst="ellipse">
            <a:avLst/>
          </a:prstGeom>
        </p:spPr>
      </p:pic>
      <p:pic>
        <p:nvPicPr>
          <p:cNvPr descr="Icon with three dots in a circle." id="770" name="Google Shape;770;p124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0" l="209" r="199" t="0"/>
          <a:stretch/>
        </p:blipFill>
        <p:spPr>
          <a:xfrm>
            <a:off x="338828" y="1862776"/>
            <a:ext cx="378600" cy="378600"/>
          </a:xfrm>
          <a:prstGeom prst="ellipse">
            <a:avLst/>
          </a:prstGeom>
        </p:spPr>
      </p:pic>
      <p:pic>
        <p:nvPicPr>
          <p:cNvPr descr="Icon with subdivided square." id="771" name="Google Shape;771;p124"/>
          <p:cNvPicPr preferRelativeResize="0"/>
          <p:nvPr>
            <p:ph idx="8" type="pic"/>
          </p:nvPr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828" y="2311001"/>
            <a:ext cx="378600" cy="378600"/>
          </a:xfrm>
          <a:prstGeom prst="ellipse">
            <a:avLst/>
          </a:prstGeom>
        </p:spPr>
      </p:pic>
      <p:pic>
        <p:nvPicPr>
          <p:cNvPr descr="Icon with several boxes." id="772" name="Google Shape;772;p124"/>
          <p:cNvPicPr preferRelativeResize="0"/>
          <p:nvPr>
            <p:ph idx="9" type="pic"/>
          </p:nvPr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828" y="2739476"/>
            <a:ext cx="378600" cy="378600"/>
          </a:xfrm>
          <a:prstGeom prst="ellipse">
            <a:avLst/>
          </a:prstGeom>
        </p:spPr>
      </p:pic>
      <p:sp>
        <p:nvSpPr>
          <p:cNvPr id="773" name="Google Shape;773;p124"/>
          <p:cNvSpPr txBox="1"/>
          <p:nvPr>
            <p:ph idx="4294967295" type="title"/>
          </p:nvPr>
        </p:nvSpPr>
        <p:spPr>
          <a:xfrm>
            <a:off x="661575" y="538850"/>
            <a:ext cx="51513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Features to be demonstrated </a:t>
            </a:r>
            <a:endParaRPr sz="4900">
              <a:solidFill>
                <a:schemeClr val="dk1"/>
              </a:solidFill>
            </a:endParaRPr>
          </a:p>
        </p:txBody>
      </p:sp>
      <p:sp>
        <p:nvSpPr>
          <p:cNvPr id="774" name="Google Shape;774;p124"/>
          <p:cNvSpPr txBox="1"/>
          <p:nvPr/>
        </p:nvSpPr>
        <p:spPr>
          <a:xfrm>
            <a:off x="1105600" y="1440850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User Registration and login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124"/>
          <p:cNvSpPr txBox="1"/>
          <p:nvPr/>
        </p:nvSpPr>
        <p:spPr>
          <a:xfrm>
            <a:off x="1105600" y="1900650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Vehicle search and booking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124"/>
          <p:cNvSpPr txBox="1"/>
          <p:nvPr/>
        </p:nvSpPr>
        <p:spPr>
          <a:xfrm>
            <a:off x="1105600" y="2336838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Owner Dashboard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124"/>
          <p:cNvSpPr txBox="1"/>
          <p:nvPr/>
        </p:nvSpPr>
        <p:spPr>
          <a:xfrm>
            <a:off x="1105600" y="2773375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Messaging</a:t>
            </a: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 system 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124"/>
          <p:cNvSpPr/>
          <p:nvPr/>
        </p:nvSpPr>
        <p:spPr>
          <a:xfrm>
            <a:off x="742188" y="3252696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124"/>
          <p:cNvSpPr txBox="1"/>
          <p:nvPr>
            <p:ph idx="4294967295" type="subTitle"/>
          </p:nvPr>
        </p:nvSpPr>
        <p:spPr>
          <a:xfrm>
            <a:off x="718521" y="3167946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5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descr="Icon with several boxes." id="780" name="Google Shape;780;p124"/>
          <p:cNvPicPr preferRelativeResize="0"/>
          <p:nvPr>
            <p:ph idx="9" type="pic"/>
          </p:nvPr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828" y="3204201"/>
            <a:ext cx="378600" cy="378600"/>
          </a:xfrm>
          <a:prstGeom prst="ellipse">
            <a:avLst/>
          </a:prstGeom>
        </p:spPr>
      </p:pic>
      <p:sp>
        <p:nvSpPr>
          <p:cNvPr id="781" name="Google Shape;781;p124"/>
          <p:cNvSpPr txBox="1"/>
          <p:nvPr/>
        </p:nvSpPr>
        <p:spPr>
          <a:xfrm>
            <a:off x="1105600" y="3238100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Payment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124"/>
          <p:cNvSpPr/>
          <p:nvPr/>
        </p:nvSpPr>
        <p:spPr>
          <a:xfrm>
            <a:off x="742188" y="3717421"/>
            <a:ext cx="276900" cy="27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124"/>
          <p:cNvSpPr txBox="1"/>
          <p:nvPr>
            <p:ph idx="4294967295" type="subTitle"/>
          </p:nvPr>
        </p:nvSpPr>
        <p:spPr>
          <a:xfrm>
            <a:off x="718521" y="3632671"/>
            <a:ext cx="32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6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descr="Icon with several boxes." id="784" name="Google Shape;784;p124"/>
          <p:cNvPicPr preferRelativeResize="0"/>
          <p:nvPr>
            <p:ph idx="9" type="pic"/>
          </p:nvPr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828" y="3668926"/>
            <a:ext cx="378600" cy="378600"/>
          </a:xfrm>
          <a:prstGeom prst="ellipse">
            <a:avLst/>
          </a:prstGeom>
        </p:spPr>
      </p:pic>
      <p:sp>
        <p:nvSpPr>
          <p:cNvPr id="785" name="Google Shape;785;p124"/>
          <p:cNvSpPr txBox="1"/>
          <p:nvPr/>
        </p:nvSpPr>
        <p:spPr>
          <a:xfrm>
            <a:off x="1105600" y="3702825"/>
            <a:ext cx="552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Rental history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25"/>
          <p:cNvSpPr txBox="1"/>
          <p:nvPr>
            <p:ph idx="2" type="subTitle"/>
          </p:nvPr>
        </p:nvSpPr>
        <p:spPr>
          <a:xfrm>
            <a:off x="392475" y="400000"/>
            <a:ext cx="3804300" cy="3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6 Patterns implemented</a:t>
            </a:r>
            <a:endParaRPr b="1" sz="1800"/>
          </a:p>
        </p:txBody>
      </p:sp>
      <p:cxnSp>
        <p:nvCxnSpPr>
          <p:cNvPr id="791" name="Google Shape;791;p125"/>
          <p:cNvCxnSpPr/>
          <p:nvPr/>
        </p:nvCxnSpPr>
        <p:spPr>
          <a:xfrm rot="10800000">
            <a:off x="523501" y="2804654"/>
            <a:ext cx="8097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125"/>
          <p:cNvCxnSpPr/>
          <p:nvPr/>
        </p:nvCxnSpPr>
        <p:spPr>
          <a:xfrm>
            <a:off x="2875500" y="1274759"/>
            <a:ext cx="0" cy="348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125"/>
          <p:cNvCxnSpPr/>
          <p:nvPr/>
        </p:nvCxnSpPr>
        <p:spPr>
          <a:xfrm flipH="1">
            <a:off x="304775" y="2800875"/>
            <a:ext cx="8658000" cy="8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125"/>
          <p:cNvCxnSpPr/>
          <p:nvPr/>
        </p:nvCxnSpPr>
        <p:spPr>
          <a:xfrm>
            <a:off x="6566650" y="1274759"/>
            <a:ext cx="0" cy="3482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5" name="Google Shape;795;p125"/>
          <p:cNvSpPr txBox="1"/>
          <p:nvPr/>
        </p:nvSpPr>
        <p:spPr>
          <a:xfrm>
            <a:off x="304775" y="1274750"/>
            <a:ext cx="1507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Singleton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125"/>
          <p:cNvSpPr txBox="1"/>
          <p:nvPr/>
        </p:nvSpPr>
        <p:spPr>
          <a:xfrm>
            <a:off x="304775" y="2824850"/>
            <a:ext cx="1507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Builder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125"/>
          <p:cNvSpPr txBox="1"/>
          <p:nvPr/>
        </p:nvSpPr>
        <p:spPr>
          <a:xfrm>
            <a:off x="2875500" y="1274750"/>
            <a:ext cx="1507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Observer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125"/>
          <p:cNvSpPr txBox="1"/>
          <p:nvPr/>
        </p:nvSpPr>
        <p:spPr>
          <a:xfrm>
            <a:off x="2875500" y="2824850"/>
            <a:ext cx="1507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Mediator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125"/>
          <p:cNvSpPr txBox="1"/>
          <p:nvPr/>
        </p:nvSpPr>
        <p:spPr>
          <a:xfrm>
            <a:off x="6606000" y="1274750"/>
            <a:ext cx="15075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Proxy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125"/>
          <p:cNvSpPr txBox="1"/>
          <p:nvPr/>
        </p:nvSpPr>
        <p:spPr>
          <a:xfrm>
            <a:off x="6606000" y="2882500"/>
            <a:ext cx="1939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Chain Of Resp. </a:t>
            </a:r>
            <a:endParaRPr sz="17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125"/>
          <p:cNvSpPr txBox="1"/>
          <p:nvPr/>
        </p:nvSpPr>
        <p:spPr>
          <a:xfrm>
            <a:off x="420125" y="1762900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 session manager pattern that tracks logins, and pervents problems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125"/>
          <p:cNvSpPr txBox="1"/>
          <p:nvPr/>
        </p:nvSpPr>
        <p:spPr>
          <a:xfrm>
            <a:off x="2983075" y="1779350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Watchers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notifications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and when price drops or vehicles become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available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125"/>
          <p:cNvSpPr txBox="1"/>
          <p:nvPr/>
        </p:nvSpPr>
        <p:spPr>
          <a:xfrm>
            <a:off x="6606000" y="1769250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 proxy to validate before going into reservation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125"/>
          <p:cNvSpPr txBox="1"/>
          <p:nvPr/>
        </p:nvSpPr>
        <p:spPr>
          <a:xfrm>
            <a:off x="304775" y="3345900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Constructs and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list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the vehicles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125"/>
          <p:cNvSpPr txBox="1"/>
          <p:nvPr/>
        </p:nvSpPr>
        <p:spPr>
          <a:xfrm>
            <a:off x="2925400" y="3329450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It helps the UI coordinate dates, filters, 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selections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and pricing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125"/>
          <p:cNvSpPr txBox="1"/>
          <p:nvPr/>
        </p:nvSpPr>
        <p:spPr>
          <a:xfrm>
            <a:off x="6606000" y="3338225"/>
            <a:ext cx="23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Security</a:t>
            </a:r>
            <a:r>
              <a:rPr lang="en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questions of a chain to make sure the site is secure </a:t>
            </a:r>
            <a:endParaRPr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126"/>
          <p:cNvSpPr txBox="1"/>
          <p:nvPr>
            <p:ph idx="4" type="subTitle"/>
          </p:nvPr>
        </p:nvSpPr>
        <p:spPr>
          <a:xfrm>
            <a:off x="684000" y="144995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Manager</a:t>
            </a:r>
            <a:endParaRPr/>
          </a:p>
        </p:txBody>
      </p:sp>
      <p:sp>
        <p:nvSpPr>
          <p:cNvPr id="812" name="Google Shape;812;p126"/>
          <p:cNvSpPr txBox="1"/>
          <p:nvPr>
            <p:ph idx="5" type="body"/>
          </p:nvPr>
        </p:nvSpPr>
        <p:spPr>
          <a:xfrm>
            <a:off x="684000" y="1802400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Guarantees</a:t>
            </a:r>
            <a:r>
              <a:rPr lang="en"/>
              <a:t> only one session for a user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Tracks active logins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Private instance cannot be made twice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3" name="Google Shape;813;p126"/>
          <p:cNvCxnSpPr/>
          <p:nvPr/>
        </p:nvCxnSpPr>
        <p:spPr>
          <a:xfrm>
            <a:off x="4700088" y="1291848"/>
            <a:ext cx="3918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4" name="Google Shape;814;p126"/>
          <p:cNvSpPr txBox="1"/>
          <p:nvPr>
            <p:ph idx="4294967295" type="title"/>
          </p:nvPr>
        </p:nvSpPr>
        <p:spPr>
          <a:xfrm>
            <a:off x="661575" y="538850"/>
            <a:ext cx="78909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Pattern 1- Singleton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5" name="Google Shape;815;p126"/>
          <p:cNvSpPr txBox="1"/>
          <p:nvPr>
            <p:ph idx="4" type="subTitle"/>
          </p:nvPr>
        </p:nvSpPr>
        <p:spPr>
          <a:xfrm>
            <a:off x="522900" y="3315825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6" name="Google Shape;816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00" y="3690475"/>
            <a:ext cx="4177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00" y="4171200"/>
            <a:ext cx="41772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3900" y="1393175"/>
            <a:ext cx="3338576" cy="281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850" y="1266950"/>
            <a:ext cx="4013426" cy="20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127"/>
          <p:cNvPicPr preferRelativeResize="0"/>
          <p:nvPr/>
        </p:nvPicPr>
        <p:blipFill rotWithShape="1">
          <a:blip r:embed="rId4">
            <a:alphaModFix/>
          </a:blip>
          <a:srcRect b="0" l="58906" r="7000" t="21544"/>
          <a:stretch/>
        </p:blipFill>
        <p:spPr>
          <a:xfrm>
            <a:off x="4843850" y="1718438"/>
            <a:ext cx="1473474" cy="2353476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127"/>
          <p:cNvSpPr txBox="1"/>
          <p:nvPr>
            <p:ph idx="4" type="subTitle"/>
          </p:nvPr>
        </p:nvSpPr>
        <p:spPr>
          <a:xfrm>
            <a:off x="684000" y="1449950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Watches for </a:t>
            </a:r>
            <a:r>
              <a:rPr lang="en"/>
              <a:t>notifications</a:t>
            </a:r>
            <a:r>
              <a:rPr lang="en"/>
              <a:t> </a:t>
            </a:r>
            <a:endParaRPr/>
          </a:p>
        </p:txBody>
      </p:sp>
      <p:sp>
        <p:nvSpPr>
          <p:cNvPr id="826" name="Google Shape;826;p127"/>
          <p:cNvSpPr txBox="1"/>
          <p:nvPr>
            <p:ph idx="5" type="body"/>
          </p:nvPr>
        </p:nvSpPr>
        <p:spPr>
          <a:xfrm>
            <a:off x="684000" y="1802400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Checks </a:t>
            </a:r>
            <a:r>
              <a:rPr lang="en"/>
              <a:t>vehicles</a:t>
            </a:r>
            <a:r>
              <a:rPr lang="en"/>
              <a:t> every 60 </a:t>
            </a:r>
            <a:r>
              <a:rPr lang="en"/>
              <a:t>seconds to notify if it is available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Sends email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27"/>
          <p:cNvSpPr txBox="1"/>
          <p:nvPr>
            <p:ph idx="4294967295" type="title"/>
          </p:nvPr>
        </p:nvSpPr>
        <p:spPr>
          <a:xfrm>
            <a:off x="684000" y="431750"/>
            <a:ext cx="78909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Pattern 2- Observer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8" name="Google Shape;828;p127"/>
          <p:cNvSpPr txBox="1"/>
          <p:nvPr>
            <p:ph idx="4" type="subTitle"/>
          </p:nvPr>
        </p:nvSpPr>
        <p:spPr>
          <a:xfrm>
            <a:off x="684000" y="2695475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9" name="Google Shape;829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625" y="3137739"/>
            <a:ext cx="4261725" cy="1759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127"/>
          <p:cNvPicPr preferRelativeResize="0"/>
          <p:nvPr/>
        </p:nvPicPr>
        <p:blipFill rotWithShape="1">
          <a:blip r:embed="rId6">
            <a:alphaModFix/>
          </a:blip>
          <a:srcRect b="3727" l="35323" r="31853" t="6037"/>
          <a:stretch/>
        </p:blipFill>
        <p:spPr>
          <a:xfrm>
            <a:off x="6941200" y="3422975"/>
            <a:ext cx="1418598" cy="17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127"/>
          <p:cNvPicPr preferRelativeResize="0"/>
          <p:nvPr/>
        </p:nvPicPr>
        <p:blipFill rotWithShape="1">
          <a:blip r:embed="rId7">
            <a:alphaModFix/>
          </a:blip>
          <a:srcRect b="0" l="38743" r="23233" t="20899"/>
          <a:stretch/>
        </p:blipFill>
        <p:spPr>
          <a:xfrm>
            <a:off x="0" y="3560500"/>
            <a:ext cx="2104858" cy="158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127"/>
          <p:cNvPicPr preferRelativeResize="0"/>
          <p:nvPr/>
        </p:nvPicPr>
        <p:blipFill rotWithShape="1">
          <a:blip r:embed="rId8">
            <a:alphaModFix/>
          </a:blip>
          <a:srcRect b="20153" l="0" r="0" t="0"/>
          <a:stretch/>
        </p:blipFill>
        <p:spPr>
          <a:xfrm>
            <a:off x="4125400" y="260375"/>
            <a:ext cx="5018600" cy="10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1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05100" y="98450"/>
            <a:ext cx="6438900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8"/>
          <p:cNvSpPr txBox="1"/>
          <p:nvPr>
            <p:ph idx="4" type="subTitle"/>
          </p:nvPr>
        </p:nvSpPr>
        <p:spPr>
          <a:xfrm>
            <a:off x="684000" y="1449950"/>
            <a:ext cx="2759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Coordinates</a:t>
            </a:r>
            <a:r>
              <a:rPr lang="en"/>
              <a:t> For UI (mediator)  </a:t>
            </a:r>
            <a:endParaRPr/>
          </a:p>
        </p:txBody>
      </p:sp>
      <p:sp>
        <p:nvSpPr>
          <p:cNvPr id="839" name="Google Shape;839;p128"/>
          <p:cNvSpPr txBox="1"/>
          <p:nvPr>
            <p:ph idx="5" type="body"/>
          </p:nvPr>
        </p:nvSpPr>
        <p:spPr>
          <a:xfrm>
            <a:off x="684000" y="1720650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Coordinates all UI components though one cernteral object and pattern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They dont </a:t>
            </a:r>
            <a:r>
              <a:rPr lang="en"/>
              <a:t>interact</a:t>
            </a:r>
            <a:r>
              <a:rPr lang="en"/>
              <a:t> with  </a:t>
            </a:r>
            <a:r>
              <a:rPr lang="en"/>
              <a:t>each</a:t>
            </a:r>
            <a:r>
              <a:rPr lang="en"/>
              <a:t> </a:t>
            </a:r>
            <a:r>
              <a:rPr lang="en"/>
              <a:t>other</a:t>
            </a:r>
            <a:r>
              <a:rPr lang="en"/>
              <a:t> so its more </a:t>
            </a:r>
            <a:r>
              <a:rPr lang="en"/>
              <a:t>efficient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128"/>
          <p:cNvSpPr txBox="1"/>
          <p:nvPr>
            <p:ph idx="4294967295" type="title"/>
          </p:nvPr>
        </p:nvSpPr>
        <p:spPr>
          <a:xfrm>
            <a:off x="684000" y="423550"/>
            <a:ext cx="78909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Pattern 3 and 4 - Mediator and Proxy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41" name="Google Shape;841;p128"/>
          <p:cNvSpPr txBox="1"/>
          <p:nvPr>
            <p:ph idx="4" type="subTitle"/>
          </p:nvPr>
        </p:nvSpPr>
        <p:spPr>
          <a:xfrm>
            <a:off x="613525" y="3035725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2" name="Google Shape;842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781" y="3370125"/>
            <a:ext cx="3143582" cy="17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128"/>
          <p:cNvSpPr txBox="1"/>
          <p:nvPr>
            <p:ph idx="4" type="subTitle"/>
          </p:nvPr>
        </p:nvSpPr>
        <p:spPr>
          <a:xfrm>
            <a:off x="5251875" y="1504588"/>
            <a:ext cx="2759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Proxy Pattern</a:t>
            </a:r>
            <a:r>
              <a:rPr lang="en"/>
              <a:t>  </a:t>
            </a:r>
            <a:endParaRPr/>
          </a:p>
        </p:txBody>
      </p:sp>
      <p:sp>
        <p:nvSpPr>
          <p:cNvPr id="844" name="Google Shape;844;p128"/>
          <p:cNvSpPr txBox="1"/>
          <p:nvPr>
            <p:ph idx="5" type="body"/>
          </p:nvPr>
        </p:nvSpPr>
        <p:spPr>
          <a:xfrm>
            <a:off x="5292825" y="1824688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Checks </a:t>
            </a:r>
            <a:r>
              <a:rPr lang="en"/>
              <a:t>vehicle</a:t>
            </a:r>
            <a:r>
              <a:rPr lang="en"/>
              <a:t> before processing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03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/>
              <a:t>Validates payments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03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/>
              <a:t>Confirms dates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28"/>
          <p:cNvSpPr txBox="1"/>
          <p:nvPr>
            <p:ph idx="4" type="subTitle"/>
          </p:nvPr>
        </p:nvSpPr>
        <p:spPr>
          <a:xfrm>
            <a:off x="5292825" y="3035713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6" name="Google Shape;846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850" y="3370126"/>
            <a:ext cx="4291500" cy="16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29"/>
          <p:cNvSpPr txBox="1"/>
          <p:nvPr>
            <p:ph idx="4" type="subTitle"/>
          </p:nvPr>
        </p:nvSpPr>
        <p:spPr>
          <a:xfrm>
            <a:off x="684000" y="943725"/>
            <a:ext cx="2759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Constructs</a:t>
            </a:r>
            <a:r>
              <a:rPr lang="en"/>
              <a:t> </a:t>
            </a:r>
            <a:r>
              <a:rPr lang="en"/>
              <a:t>vehicle</a:t>
            </a:r>
            <a:r>
              <a:rPr lang="en"/>
              <a:t> listing </a:t>
            </a:r>
            <a:r>
              <a:rPr lang="en"/>
              <a:t>objects</a:t>
            </a:r>
            <a:r>
              <a:rPr lang="en"/>
              <a:t> </a:t>
            </a:r>
            <a:endParaRPr/>
          </a:p>
        </p:txBody>
      </p:sp>
      <p:sp>
        <p:nvSpPr>
          <p:cNvPr id="852" name="Google Shape;852;p129"/>
          <p:cNvSpPr txBox="1"/>
          <p:nvPr>
            <p:ph idx="5" type="body"/>
          </p:nvPr>
        </p:nvSpPr>
        <p:spPr>
          <a:xfrm>
            <a:off x="684000" y="1214425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Sets </a:t>
            </a:r>
            <a:r>
              <a:rPr lang="en"/>
              <a:t>category</a:t>
            </a:r>
            <a:r>
              <a:rPr lang="en"/>
              <a:t> pricing and </a:t>
            </a:r>
            <a:r>
              <a:rPr lang="en"/>
              <a:t>location</a:t>
            </a:r>
            <a:r>
              <a:rPr lang="en"/>
              <a:t> so a user can pick between the 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Sets up the details for the vehicle objects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29"/>
          <p:cNvSpPr txBox="1"/>
          <p:nvPr>
            <p:ph idx="4294967295" type="title"/>
          </p:nvPr>
        </p:nvSpPr>
        <p:spPr>
          <a:xfrm>
            <a:off x="684000" y="190725"/>
            <a:ext cx="78909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Pattern 5 and 6 - Builder and Chain of </a:t>
            </a:r>
            <a:r>
              <a:rPr lang="en" sz="1800">
                <a:solidFill>
                  <a:schemeClr val="dk1"/>
                </a:solidFill>
              </a:rPr>
              <a:t>Responsibility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54" name="Google Shape;854;p129"/>
          <p:cNvSpPr txBox="1"/>
          <p:nvPr>
            <p:ph idx="4" type="subTitle"/>
          </p:nvPr>
        </p:nvSpPr>
        <p:spPr>
          <a:xfrm>
            <a:off x="684000" y="2322688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29"/>
          <p:cNvSpPr txBox="1"/>
          <p:nvPr>
            <p:ph idx="4" type="subTitle"/>
          </p:nvPr>
        </p:nvSpPr>
        <p:spPr>
          <a:xfrm>
            <a:off x="5223000" y="943713"/>
            <a:ext cx="27594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</a:t>
            </a:r>
            <a:r>
              <a:rPr lang="en"/>
              <a:t>questions</a:t>
            </a:r>
            <a:r>
              <a:rPr lang="en"/>
              <a:t> to form a </a:t>
            </a:r>
            <a:r>
              <a:rPr lang="en"/>
              <a:t>chain</a:t>
            </a:r>
            <a:r>
              <a:rPr lang="en"/>
              <a:t> of </a:t>
            </a:r>
            <a:r>
              <a:rPr lang="en"/>
              <a:t>responsibility</a:t>
            </a:r>
            <a:r>
              <a:rPr lang="en"/>
              <a:t> </a:t>
            </a:r>
            <a:endParaRPr/>
          </a:p>
        </p:txBody>
      </p:sp>
      <p:sp>
        <p:nvSpPr>
          <p:cNvPr id="856" name="Google Shape;856;p129"/>
          <p:cNvSpPr txBox="1"/>
          <p:nvPr>
            <p:ph idx="5" type="body"/>
          </p:nvPr>
        </p:nvSpPr>
        <p:spPr>
          <a:xfrm>
            <a:off x="5263950" y="1402038"/>
            <a:ext cx="267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76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 Light"/>
              <a:buChar char="●"/>
            </a:pPr>
            <a:r>
              <a:rPr lang="en"/>
              <a:t>To make sure everything is secure and ensure theres security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8034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/>
              <a:t>Passes thought chains of handlers and process each one sequentially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29"/>
          <p:cNvSpPr txBox="1"/>
          <p:nvPr>
            <p:ph idx="4" type="subTitle"/>
          </p:nvPr>
        </p:nvSpPr>
        <p:spPr>
          <a:xfrm>
            <a:off x="4925275" y="2374563"/>
            <a:ext cx="2451000" cy="2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erified</a:t>
            </a:r>
            <a:r>
              <a:rPr lang="en"/>
              <a:t>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11" y="2704128"/>
            <a:ext cx="2936675" cy="211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800" y="2501942"/>
            <a:ext cx="1899275" cy="269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" name="Google Shape;864;p130"/>
          <p:cNvCxnSpPr/>
          <p:nvPr/>
        </p:nvCxnSpPr>
        <p:spPr>
          <a:xfrm>
            <a:off x="0" y="4492425"/>
            <a:ext cx="444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130"/>
          <p:cNvSpPr txBox="1"/>
          <p:nvPr>
            <p:ph type="title"/>
          </p:nvPr>
        </p:nvSpPr>
        <p:spPr>
          <a:xfrm>
            <a:off x="296550" y="538850"/>
            <a:ext cx="8394300" cy="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Diagrams made for DriveShare: </a:t>
            </a:r>
            <a:endParaRPr sz="4100"/>
          </a:p>
        </p:txBody>
      </p:sp>
      <p:pic>
        <p:nvPicPr>
          <p:cNvPr id="866" name="Google Shape;86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4250"/>
            <a:ext cx="255270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150" y="1164175"/>
            <a:ext cx="6134100" cy="32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2" name="Google Shape;872;p131"/>
          <p:cNvCxnSpPr/>
          <p:nvPr/>
        </p:nvCxnSpPr>
        <p:spPr>
          <a:xfrm>
            <a:off x="0" y="4492425"/>
            <a:ext cx="44427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3" name="Google Shape;873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900" y="781150"/>
            <a:ext cx="5301025" cy="28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37650" y="426476"/>
            <a:ext cx="1675900" cy="367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3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32"/>
          <p:cNvSpPr/>
          <p:nvPr/>
        </p:nvSpPr>
        <p:spPr>
          <a:xfrm>
            <a:off x="365760" y="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32"/>
          <p:cNvSpPr/>
          <p:nvPr/>
        </p:nvSpPr>
        <p:spPr>
          <a:xfrm>
            <a:off x="365760" y="621792"/>
            <a:ext cx="8229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Who Built What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32"/>
          <p:cNvSpPr/>
          <p:nvPr/>
        </p:nvSpPr>
        <p:spPr>
          <a:xfrm>
            <a:off x="228600" y="1143000"/>
            <a:ext cx="2880300" cy="329100"/>
          </a:xfrm>
          <a:prstGeom prst="rect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32"/>
          <p:cNvSpPr/>
          <p:nvPr/>
        </p:nvSpPr>
        <p:spPr>
          <a:xfrm>
            <a:off x="320040" y="1179576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32"/>
          <p:cNvSpPr/>
          <p:nvPr/>
        </p:nvSpPr>
        <p:spPr>
          <a:xfrm>
            <a:off x="3200400" y="1143000"/>
            <a:ext cx="3612000" cy="329100"/>
          </a:xfrm>
          <a:prstGeom prst="rect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32"/>
          <p:cNvSpPr/>
          <p:nvPr/>
        </p:nvSpPr>
        <p:spPr>
          <a:xfrm>
            <a:off x="3291840" y="1179576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32"/>
          <p:cNvSpPr/>
          <p:nvPr/>
        </p:nvSpPr>
        <p:spPr>
          <a:xfrm>
            <a:off x="6903720" y="1143000"/>
            <a:ext cx="2240400" cy="329100"/>
          </a:xfrm>
          <a:prstGeom prst="rect">
            <a:avLst/>
          </a:prstGeom>
          <a:solidFill>
            <a:srgbClr val="E8604C"/>
          </a:solidFill>
          <a:ln cap="flat" cmpd="sng" w="12700">
            <a:solidFill>
              <a:srgbClr val="E860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32"/>
          <p:cNvSpPr/>
          <p:nvPr/>
        </p:nvSpPr>
        <p:spPr>
          <a:xfrm>
            <a:off x="6995160" y="1179576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32"/>
          <p:cNvSpPr/>
          <p:nvPr/>
        </p:nvSpPr>
        <p:spPr>
          <a:xfrm>
            <a:off x="228600" y="1490472"/>
            <a:ext cx="28803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132"/>
          <p:cNvSpPr/>
          <p:nvPr/>
        </p:nvSpPr>
        <p:spPr>
          <a:xfrm>
            <a:off x="320040" y="152704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User Registration &amp; Auth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32"/>
          <p:cNvSpPr/>
          <p:nvPr/>
        </p:nvSpPr>
        <p:spPr>
          <a:xfrm>
            <a:off x="3200400" y="1490472"/>
            <a:ext cx="36120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32"/>
          <p:cNvSpPr/>
          <p:nvPr/>
        </p:nvSpPr>
        <p:spPr>
          <a:xfrm>
            <a:off x="3291840" y="1527048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forget password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32"/>
          <p:cNvSpPr/>
          <p:nvPr/>
        </p:nvSpPr>
        <p:spPr>
          <a:xfrm>
            <a:off x="6903720" y="1490472"/>
            <a:ext cx="22404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32"/>
          <p:cNvSpPr/>
          <p:nvPr/>
        </p:nvSpPr>
        <p:spPr>
          <a:xfrm>
            <a:off x="6995160" y="1527048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Meaad Hassan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32"/>
          <p:cNvSpPr/>
          <p:nvPr/>
        </p:nvSpPr>
        <p:spPr>
          <a:xfrm>
            <a:off x="228600" y="1837944"/>
            <a:ext cx="28803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32"/>
          <p:cNvSpPr/>
          <p:nvPr/>
        </p:nvSpPr>
        <p:spPr>
          <a:xfrm>
            <a:off x="320040" y="187452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Login / Logout / Session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32"/>
          <p:cNvSpPr/>
          <p:nvPr/>
        </p:nvSpPr>
        <p:spPr>
          <a:xfrm>
            <a:off x="3200400" y="1837944"/>
            <a:ext cx="36120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32"/>
          <p:cNvSpPr/>
          <p:nvPr/>
        </p:nvSpPr>
        <p:spPr>
          <a:xfrm>
            <a:off x="3291840" y="187452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xpress-session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role-based redirect 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SessionManager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32"/>
          <p:cNvSpPr/>
          <p:nvPr/>
        </p:nvSpPr>
        <p:spPr>
          <a:xfrm>
            <a:off x="6903720" y="1837944"/>
            <a:ext cx="22404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32"/>
          <p:cNvSpPr/>
          <p:nvPr/>
        </p:nvSpPr>
        <p:spPr>
          <a:xfrm>
            <a:off x="6995160" y="1874520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Meaad Hassan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32"/>
          <p:cNvSpPr/>
          <p:nvPr/>
        </p:nvSpPr>
        <p:spPr>
          <a:xfrm>
            <a:off x="228600" y="2185416"/>
            <a:ext cx="28803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32"/>
          <p:cNvSpPr/>
          <p:nvPr/>
        </p:nvSpPr>
        <p:spPr>
          <a:xfrm>
            <a:off x="320040" y="222199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Vehicle Listing (Owner)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32"/>
          <p:cNvSpPr/>
          <p:nvPr/>
        </p:nvSpPr>
        <p:spPr>
          <a:xfrm>
            <a:off x="3200400" y="2185416"/>
            <a:ext cx="36120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32"/>
          <p:cNvSpPr/>
          <p:nvPr/>
        </p:nvSpPr>
        <p:spPr>
          <a:xfrm>
            <a:off x="3291840" y="2221992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Add/edit/delete vehicles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Builder pattern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32"/>
          <p:cNvSpPr/>
          <p:nvPr/>
        </p:nvSpPr>
        <p:spPr>
          <a:xfrm>
            <a:off x="6903720" y="2185416"/>
            <a:ext cx="22404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32"/>
          <p:cNvSpPr/>
          <p:nvPr/>
        </p:nvSpPr>
        <p:spPr>
          <a:xfrm>
            <a:off x="6995160" y="2221992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All members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32"/>
          <p:cNvSpPr/>
          <p:nvPr/>
        </p:nvSpPr>
        <p:spPr>
          <a:xfrm>
            <a:off x="228600" y="2532888"/>
            <a:ext cx="28803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32"/>
          <p:cNvSpPr/>
          <p:nvPr/>
        </p:nvSpPr>
        <p:spPr>
          <a:xfrm>
            <a:off x="320040" y="2569464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Login instance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32"/>
          <p:cNvSpPr/>
          <p:nvPr/>
        </p:nvSpPr>
        <p:spPr>
          <a:xfrm>
            <a:off x="3200400" y="2532888"/>
            <a:ext cx="36120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32"/>
          <p:cNvSpPr/>
          <p:nvPr/>
        </p:nvSpPr>
        <p:spPr>
          <a:xfrm>
            <a:off x="3291840" y="256946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ingleton, Observer pattern, diagrams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32"/>
          <p:cNvSpPr/>
          <p:nvPr/>
        </p:nvSpPr>
        <p:spPr>
          <a:xfrm>
            <a:off x="6903720" y="2532888"/>
            <a:ext cx="22404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32"/>
          <p:cNvSpPr/>
          <p:nvPr/>
        </p:nvSpPr>
        <p:spPr>
          <a:xfrm>
            <a:off x="6995160" y="2569464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Hussain Albaghdady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32"/>
          <p:cNvSpPr/>
          <p:nvPr/>
        </p:nvSpPr>
        <p:spPr>
          <a:xfrm>
            <a:off x="228600" y="2880360"/>
            <a:ext cx="28803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132"/>
          <p:cNvSpPr/>
          <p:nvPr/>
        </p:nvSpPr>
        <p:spPr>
          <a:xfrm>
            <a:off x="320040" y="2916936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Vehicle Search &amp; Booking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32"/>
          <p:cNvSpPr/>
          <p:nvPr/>
        </p:nvSpPr>
        <p:spPr>
          <a:xfrm>
            <a:off x="3200400" y="2880360"/>
            <a:ext cx="36120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132"/>
          <p:cNvSpPr/>
          <p:nvPr/>
        </p:nvSpPr>
        <p:spPr>
          <a:xfrm>
            <a:off x="3291840" y="2916936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Date filter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vehicle cards 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Mediator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Proxy payment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32"/>
          <p:cNvSpPr/>
          <p:nvPr/>
        </p:nvSpPr>
        <p:spPr>
          <a:xfrm>
            <a:off x="6903720" y="2880360"/>
            <a:ext cx="22404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32"/>
          <p:cNvSpPr/>
          <p:nvPr/>
        </p:nvSpPr>
        <p:spPr>
          <a:xfrm>
            <a:off x="6995160" y="2916936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All members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32"/>
          <p:cNvSpPr/>
          <p:nvPr/>
        </p:nvSpPr>
        <p:spPr>
          <a:xfrm>
            <a:off x="228600" y="3227832"/>
            <a:ext cx="28803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32"/>
          <p:cNvSpPr/>
          <p:nvPr/>
        </p:nvSpPr>
        <p:spPr>
          <a:xfrm>
            <a:off x="320040" y="326440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Watchlist &amp; Notifications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32"/>
          <p:cNvSpPr/>
          <p:nvPr/>
        </p:nvSpPr>
        <p:spPr>
          <a:xfrm>
            <a:off x="3200400" y="3227832"/>
            <a:ext cx="36120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32"/>
          <p:cNvSpPr/>
          <p:nvPr/>
        </p:nvSpPr>
        <p:spPr>
          <a:xfrm>
            <a:off x="3291840" y="3264408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Helped with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Observer pattern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Diagrams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32"/>
          <p:cNvSpPr/>
          <p:nvPr/>
        </p:nvSpPr>
        <p:spPr>
          <a:xfrm>
            <a:off x="6903720" y="3227832"/>
            <a:ext cx="22404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32"/>
          <p:cNvSpPr/>
          <p:nvPr/>
        </p:nvSpPr>
        <p:spPr>
          <a:xfrm>
            <a:off x="6995160" y="3264408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Eman Swaydan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32"/>
          <p:cNvSpPr/>
          <p:nvPr/>
        </p:nvSpPr>
        <p:spPr>
          <a:xfrm>
            <a:off x="228600" y="3575304"/>
            <a:ext cx="28803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32"/>
          <p:cNvSpPr/>
          <p:nvPr/>
        </p:nvSpPr>
        <p:spPr>
          <a:xfrm>
            <a:off x="320040" y="361188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Messaging 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32"/>
          <p:cNvSpPr/>
          <p:nvPr/>
        </p:nvSpPr>
        <p:spPr>
          <a:xfrm>
            <a:off x="3200400" y="3575304"/>
            <a:ext cx="36120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32"/>
          <p:cNvSpPr/>
          <p:nvPr/>
        </p:nvSpPr>
        <p:spPr>
          <a:xfrm>
            <a:off x="3291840" y="361188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Send message to host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email notification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inbox/sent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132"/>
          <p:cNvSpPr/>
          <p:nvPr/>
        </p:nvSpPr>
        <p:spPr>
          <a:xfrm>
            <a:off x="6903720" y="3575304"/>
            <a:ext cx="22404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32"/>
          <p:cNvSpPr/>
          <p:nvPr/>
        </p:nvSpPr>
        <p:spPr>
          <a:xfrm>
            <a:off x="6995160" y="3611880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Meaad Hassan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132"/>
          <p:cNvSpPr/>
          <p:nvPr/>
        </p:nvSpPr>
        <p:spPr>
          <a:xfrm>
            <a:off x="228600" y="3922776"/>
            <a:ext cx="28803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132"/>
          <p:cNvSpPr/>
          <p:nvPr/>
        </p:nvSpPr>
        <p:spPr>
          <a:xfrm>
            <a:off x="320040" y="3959352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Password Recovery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32"/>
          <p:cNvSpPr/>
          <p:nvPr/>
        </p:nvSpPr>
        <p:spPr>
          <a:xfrm>
            <a:off x="3200400" y="3922776"/>
            <a:ext cx="36120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32"/>
          <p:cNvSpPr/>
          <p:nvPr/>
        </p:nvSpPr>
        <p:spPr>
          <a:xfrm>
            <a:off x="3291840" y="3959352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Chain of Responsibility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3 security questions 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reset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132"/>
          <p:cNvSpPr/>
          <p:nvPr/>
        </p:nvSpPr>
        <p:spPr>
          <a:xfrm>
            <a:off x="6903720" y="3922776"/>
            <a:ext cx="22404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32"/>
          <p:cNvSpPr/>
          <p:nvPr/>
        </p:nvSpPr>
        <p:spPr>
          <a:xfrm>
            <a:off x="6995160" y="3959352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Eman Swaydan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132"/>
          <p:cNvSpPr/>
          <p:nvPr/>
        </p:nvSpPr>
        <p:spPr>
          <a:xfrm>
            <a:off x="228600" y="4270248"/>
            <a:ext cx="28803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32"/>
          <p:cNvSpPr/>
          <p:nvPr/>
        </p:nvSpPr>
        <p:spPr>
          <a:xfrm>
            <a:off x="320040" y="4306824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Database &amp; Seed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132"/>
          <p:cNvSpPr/>
          <p:nvPr/>
        </p:nvSpPr>
        <p:spPr>
          <a:xfrm>
            <a:off x="3200400" y="4270248"/>
            <a:ext cx="36120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32"/>
          <p:cNvSpPr/>
          <p:nvPr/>
        </p:nvSpPr>
        <p:spPr>
          <a:xfrm>
            <a:off x="3291840" y="43068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MongoDB Atlas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5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hosts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, 30</a:t>
            </a: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vehicles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132"/>
          <p:cNvSpPr/>
          <p:nvPr/>
        </p:nvSpPr>
        <p:spPr>
          <a:xfrm>
            <a:off x="6903720" y="4270248"/>
            <a:ext cx="2240400" cy="329100"/>
          </a:xfrm>
          <a:prstGeom prst="rect">
            <a:avLst/>
          </a:prstGeom>
          <a:solidFill>
            <a:srgbClr val="252540"/>
          </a:solidFill>
          <a:ln cap="flat" cmpd="sng" w="12700">
            <a:solidFill>
              <a:srgbClr val="252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32"/>
          <p:cNvSpPr/>
          <p:nvPr/>
        </p:nvSpPr>
        <p:spPr>
          <a:xfrm>
            <a:off x="6995160" y="4306824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Meaad Hassan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32"/>
          <p:cNvSpPr/>
          <p:nvPr/>
        </p:nvSpPr>
        <p:spPr>
          <a:xfrm>
            <a:off x="228600" y="4617720"/>
            <a:ext cx="28803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132"/>
          <p:cNvSpPr/>
          <p:nvPr/>
        </p:nvSpPr>
        <p:spPr>
          <a:xfrm>
            <a:off x="320040" y="4654296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32"/>
          <p:cNvSpPr/>
          <p:nvPr/>
        </p:nvSpPr>
        <p:spPr>
          <a:xfrm>
            <a:off x="3200400" y="4617720"/>
            <a:ext cx="36120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2"/>
          <p:cNvSpPr/>
          <p:nvPr/>
        </p:nvSpPr>
        <p:spPr>
          <a:xfrm>
            <a:off x="3291840" y="4654296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email confirmations and watch </a:t>
            </a:r>
            <a:r>
              <a:rPr lang="en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32"/>
          <p:cNvSpPr/>
          <p:nvPr/>
        </p:nvSpPr>
        <p:spPr>
          <a:xfrm>
            <a:off x="6903720" y="4617720"/>
            <a:ext cx="2240400" cy="329100"/>
          </a:xfrm>
          <a:prstGeom prst="rect">
            <a:avLst/>
          </a:prstGeom>
          <a:solidFill>
            <a:srgbClr val="2D2D44"/>
          </a:solidFill>
          <a:ln cap="flat" cmpd="sng" w="12700">
            <a:solidFill>
              <a:srgbClr val="2D2D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32"/>
          <p:cNvSpPr/>
          <p:nvPr/>
        </p:nvSpPr>
        <p:spPr>
          <a:xfrm>
            <a:off x="6995160" y="4654296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Hussain Albaghdady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33"/>
          <p:cNvSpPr txBox="1"/>
          <p:nvPr>
            <p:ph type="title"/>
          </p:nvPr>
        </p:nvSpPr>
        <p:spPr>
          <a:xfrm>
            <a:off x="407350" y="3442659"/>
            <a:ext cx="8270100" cy="14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Roadmap">
  <a:themeElements>
    <a:clrScheme name="Simple Light">
      <a:dk1>
        <a:srgbClr val="D32600"/>
      </a:dk1>
      <a:lt1>
        <a:srgbClr val="000000"/>
      </a:lt1>
      <a:dk2>
        <a:srgbClr val="FFFFFF"/>
      </a:dk2>
      <a:lt2>
        <a:srgbClr val="E57360"/>
      </a:lt2>
      <a:accent1>
        <a:srgbClr val="666666"/>
      </a:accent1>
      <a:accent2>
        <a:srgbClr val="B7B7B7"/>
      </a:accent2>
      <a:accent3>
        <a:srgbClr val="EFEFEF"/>
      </a:accent3>
      <a:accent4>
        <a:srgbClr val="F9EDE5"/>
      </a:accent4>
      <a:accent5>
        <a:srgbClr val="F3F3F3"/>
      </a:accent5>
      <a:accent6>
        <a:srgbClr val="F7F7F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